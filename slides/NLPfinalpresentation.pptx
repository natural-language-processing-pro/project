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7DE607-CEC8-76EF-7035-372C907067F4}" v="452" dt="2025-12-12T02:15:40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F6BA1B-11BC-4B16-98C7-57B7B0A2A4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2033D11-7DB3-420E-9488-C9F30D18E8A1}">
      <dgm:prSet/>
      <dgm:spPr/>
      <dgm:t>
        <a:bodyPr/>
        <a:lstStyle/>
        <a:p>
          <a:r>
            <a:rPr lang="en-US" dirty="0"/>
            <a:t>How King constructs fear through word choice</a:t>
          </a:r>
        </a:p>
      </dgm:t>
    </dgm:pt>
    <dgm:pt modelId="{5C56C2FD-3424-4168-83AF-156CBD543ABC}" type="parTrans" cxnId="{B8C20DE5-68C7-4E0B-923D-8F22181653F2}">
      <dgm:prSet/>
      <dgm:spPr/>
      <dgm:t>
        <a:bodyPr/>
        <a:lstStyle/>
        <a:p>
          <a:endParaRPr lang="en-US"/>
        </a:p>
      </dgm:t>
    </dgm:pt>
    <dgm:pt modelId="{A85DCC63-B923-414A-852C-995BA82971E6}" type="sibTrans" cxnId="{B8C20DE5-68C7-4E0B-923D-8F22181653F2}">
      <dgm:prSet/>
      <dgm:spPr/>
      <dgm:t>
        <a:bodyPr/>
        <a:lstStyle/>
        <a:p>
          <a:endParaRPr lang="en-US"/>
        </a:p>
      </dgm:t>
    </dgm:pt>
    <dgm:pt modelId="{56F0B2DE-2EAF-46AF-8069-8D82189C6586}">
      <dgm:prSet/>
      <dgm:spPr/>
      <dgm:t>
        <a:bodyPr/>
        <a:lstStyle/>
        <a:p>
          <a:r>
            <a:rPr lang="en-US" dirty="0"/>
            <a:t>Compare fear-language between Pet </a:t>
          </a:r>
          <a:r>
            <a:rPr lang="en-US" dirty="0" err="1">
              <a:latin typeface="Aptos Display" panose="020F0302020204030204"/>
            </a:rPr>
            <a:t>Semetary</a:t>
          </a:r>
          <a:r>
            <a:rPr lang="en-US" dirty="0"/>
            <a:t> and The Shining</a:t>
          </a:r>
        </a:p>
      </dgm:t>
    </dgm:pt>
    <dgm:pt modelId="{C1CFF928-0718-47CF-9424-84E487C4FCDC}" type="parTrans" cxnId="{FC9CE1BF-0C50-4432-B3D8-8A1AF78E4B63}">
      <dgm:prSet/>
      <dgm:spPr/>
      <dgm:t>
        <a:bodyPr/>
        <a:lstStyle/>
        <a:p>
          <a:endParaRPr lang="en-US"/>
        </a:p>
      </dgm:t>
    </dgm:pt>
    <dgm:pt modelId="{95806451-1A69-4F81-91FD-58ECF8DF59D6}" type="sibTrans" cxnId="{FC9CE1BF-0C50-4432-B3D8-8A1AF78E4B63}">
      <dgm:prSet/>
      <dgm:spPr/>
      <dgm:t>
        <a:bodyPr/>
        <a:lstStyle/>
        <a:p>
          <a:endParaRPr lang="en-US"/>
        </a:p>
      </dgm:t>
    </dgm:pt>
    <dgm:pt modelId="{7C4DC811-1DDB-49DA-A531-924F32093DC0}">
      <dgm:prSet/>
      <dgm:spPr/>
      <dgm:t>
        <a:bodyPr/>
        <a:lstStyle/>
        <a:p>
          <a:r>
            <a:rPr lang="en-US" dirty="0"/>
            <a:t>Identify patterns in fear word frequency</a:t>
          </a:r>
        </a:p>
      </dgm:t>
    </dgm:pt>
    <dgm:pt modelId="{EEBA721E-13F4-4A95-BED8-F6862502D646}" type="parTrans" cxnId="{93681A5F-E906-4ED2-9045-844C88D1A1DD}">
      <dgm:prSet/>
      <dgm:spPr/>
      <dgm:t>
        <a:bodyPr/>
        <a:lstStyle/>
        <a:p>
          <a:endParaRPr lang="en-US"/>
        </a:p>
      </dgm:t>
    </dgm:pt>
    <dgm:pt modelId="{132EAA6B-8692-4E8A-80C7-44843D684483}" type="sibTrans" cxnId="{93681A5F-E906-4ED2-9045-844C88D1A1DD}">
      <dgm:prSet/>
      <dgm:spPr/>
      <dgm:t>
        <a:bodyPr/>
        <a:lstStyle/>
        <a:p>
          <a:endParaRPr lang="en-US"/>
        </a:p>
      </dgm:t>
    </dgm:pt>
    <dgm:pt modelId="{2F69F7D3-95CA-4BEB-A9ED-ADA540AEB4FD}">
      <dgm:prSet/>
      <dgm:spPr/>
      <dgm:t>
        <a:bodyPr/>
        <a:lstStyle/>
        <a:p>
          <a:r>
            <a:rPr lang="en-US" dirty="0"/>
            <a:t>Visualize fear intensity across each narrative</a:t>
          </a:r>
        </a:p>
      </dgm:t>
    </dgm:pt>
    <dgm:pt modelId="{4DBCD2CB-7F74-4879-AD9D-7BD2104257DA}" type="parTrans" cxnId="{5D3A528F-454D-4CCE-B7F6-E7397403F16F}">
      <dgm:prSet/>
      <dgm:spPr/>
      <dgm:t>
        <a:bodyPr/>
        <a:lstStyle/>
        <a:p>
          <a:endParaRPr lang="en-US"/>
        </a:p>
      </dgm:t>
    </dgm:pt>
    <dgm:pt modelId="{88C4193B-D4F4-44C0-9345-DF510BF72BA3}" type="sibTrans" cxnId="{5D3A528F-454D-4CCE-B7F6-E7397403F16F}">
      <dgm:prSet/>
      <dgm:spPr/>
      <dgm:t>
        <a:bodyPr/>
        <a:lstStyle/>
        <a:p>
          <a:endParaRPr lang="en-US"/>
        </a:p>
      </dgm:t>
    </dgm:pt>
    <dgm:pt modelId="{9FE23A30-9471-4BC0-BDDF-B33D885968E3}">
      <dgm:prSet/>
      <dgm:spPr/>
      <dgm:t>
        <a:bodyPr/>
        <a:lstStyle/>
        <a:p>
          <a:r>
            <a:rPr lang="en-US" dirty="0"/>
            <a:t>Use clustering + TF-IDF to analyze dominant themes</a:t>
          </a:r>
        </a:p>
      </dgm:t>
    </dgm:pt>
    <dgm:pt modelId="{4EAFB915-FAB5-4BAC-BC8A-1275C864C93C}" type="parTrans" cxnId="{2685B873-AA28-4310-A9DF-5CD2DB074A75}">
      <dgm:prSet/>
      <dgm:spPr/>
      <dgm:t>
        <a:bodyPr/>
        <a:lstStyle/>
        <a:p>
          <a:endParaRPr lang="en-US"/>
        </a:p>
      </dgm:t>
    </dgm:pt>
    <dgm:pt modelId="{21FBE5A3-AB41-4853-903B-C2431A97379D}" type="sibTrans" cxnId="{2685B873-AA28-4310-A9DF-5CD2DB074A75}">
      <dgm:prSet/>
      <dgm:spPr/>
      <dgm:t>
        <a:bodyPr/>
        <a:lstStyle/>
        <a:p>
          <a:endParaRPr lang="en-US"/>
        </a:p>
      </dgm:t>
    </dgm:pt>
    <dgm:pt modelId="{4F6DB04A-7447-4C28-9F6D-3FBCF09F2702}" type="pres">
      <dgm:prSet presAssocID="{62F6BA1B-11BC-4B16-98C7-57B7B0A2A472}" presName="root" presStyleCnt="0">
        <dgm:presLayoutVars>
          <dgm:dir/>
          <dgm:resizeHandles val="exact"/>
        </dgm:presLayoutVars>
      </dgm:prSet>
      <dgm:spPr/>
    </dgm:pt>
    <dgm:pt modelId="{54C9F21C-9616-4CA1-A887-70364833F47F}" type="pres">
      <dgm:prSet presAssocID="{02033D11-7DB3-420E-9488-C9F30D18E8A1}" presName="compNode" presStyleCnt="0"/>
      <dgm:spPr/>
    </dgm:pt>
    <dgm:pt modelId="{E193AF37-CE69-4FC3-AD1D-669F683AA842}" type="pres">
      <dgm:prSet presAssocID="{02033D11-7DB3-420E-9488-C9F30D18E8A1}" presName="bgRect" presStyleLbl="bgShp" presStyleIdx="0" presStyleCnt="5"/>
      <dgm:spPr/>
    </dgm:pt>
    <dgm:pt modelId="{62DF8659-FF93-472B-BF27-3C1504E99057}" type="pres">
      <dgm:prSet presAssocID="{02033D11-7DB3-420E-9488-C9F30D18E8A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wn"/>
        </a:ext>
      </dgm:extLst>
    </dgm:pt>
    <dgm:pt modelId="{EA21CE79-630B-4A33-B875-E23D2F9369D4}" type="pres">
      <dgm:prSet presAssocID="{02033D11-7DB3-420E-9488-C9F30D18E8A1}" presName="spaceRect" presStyleCnt="0"/>
      <dgm:spPr/>
    </dgm:pt>
    <dgm:pt modelId="{9A98DAE2-9F40-4C91-8CE7-1B97798EC3A4}" type="pres">
      <dgm:prSet presAssocID="{02033D11-7DB3-420E-9488-C9F30D18E8A1}" presName="parTx" presStyleLbl="revTx" presStyleIdx="0" presStyleCnt="5">
        <dgm:presLayoutVars>
          <dgm:chMax val="0"/>
          <dgm:chPref val="0"/>
        </dgm:presLayoutVars>
      </dgm:prSet>
      <dgm:spPr/>
    </dgm:pt>
    <dgm:pt modelId="{8508C0F5-4078-4869-89D9-FF0AE43988D5}" type="pres">
      <dgm:prSet presAssocID="{A85DCC63-B923-414A-852C-995BA82971E6}" presName="sibTrans" presStyleCnt="0"/>
      <dgm:spPr/>
    </dgm:pt>
    <dgm:pt modelId="{F8D578ED-DABA-49E0-93DF-F0583AB54298}" type="pres">
      <dgm:prSet presAssocID="{56F0B2DE-2EAF-46AF-8069-8D82189C6586}" presName="compNode" presStyleCnt="0"/>
      <dgm:spPr/>
    </dgm:pt>
    <dgm:pt modelId="{8FEE5447-2F6F-424B-A62B-BD5B3929F9AE}" type="pres">
      <dgm:prSet presAssocID="{56F0B2DE-2EAF-46AF-8069-8D82189C6586}" presName="bgRect" presStyleLbl="bgShp" presStyleIdx="1" presStyleCnt="5"/>
      <dgm:spPr/>
    </dgm:pt>
    <dgm:pt modelId="{9F61CC72-C978-471B-9879-AEB1B387E644}" type="pres">
      <dgm:prSet presAssocID="{56F0B2DE-2EAF-46AF-8069-8D82189C658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ake"/>
        </a:ext>
      </dgm:extLst>
    </dgm:pt>
    <dgm:pt modelId="{690603F7-CCBA-4E3A-B171-4C370362A285}" type="pres">
      <dgm:prSet presAssocID="{56F0B2DE-2EAF-46AF-8069-8D82189C6586}" presName="spaceRect" presStyleCnt="0"/>
      <dgm:spPr/>
    </dgm:pt>
    <dgm:pt modelId="{A673A152-4C22-4468-8C76-80A1F4594928}" type="pres">
      <dgm:prSet presAssocID="{56F0B2DE-2EAF-46AF-8069-8D82189C6586}" presName="parTx" presStyleLbl="revTx" presStyleIdx="1" presStyleCnt="5">
        <dgm:presLayoutVars>
          <dgm:chMax val="0"/>
          <dgm:chPref val="0"/>
        </dgm:presLayoutVars>
      </dgm:prSet>
      <dgm:spPr/>
    </dgm:pt>
    <dgm:pt modelId="{DF0C6A1F-E662-4B66-B850-D793E342B65F}" type="pres">
      <dgm:prSet presAssocID="{95806451-1A69-4F81-91FD-58ECF8DF59D6}" presName="sibTrans" presStyleCnt="0"/>
      <dgm:spPr/>
    </dgm:pt>
    <dgm:pt modelId="{CED6379D-558F-416A-970F-8AB6A613007C}" type="pres">
      <dgm:prSet presAssocID="{7C4DC811-1DDB-49DA-A531-924F32093DC0}" presName="compNode" presStyleCnt="0"/>
      <dgm:spPr/>
    </dgm:pt>
    <dgm:pt modelId="{EB6C98AA-8D27-4B7A-AE46-A88401997A67}" type="pres">
      <dgm:prSet presAssocID="{7C4DC811-1DDB-49DA-A531-924F32093DC0}" presName="bgRect" presStyleLbl="bgShp" presStyleIdx="2" presStyleCnt="5"/>
      <dgm:spPr/>
    </dgm:pt>
    <dgm:pt modelId="{5A8AB436-613D-45E6-B1A5-DFCA97196258}" type="pres">
      <dgm:prSet presAssocID="{7C4DC811-1DDB-49DA-A531-924F32093DC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1C51201-4880-4E92-878F-97FD52CC4549}" type="pres">
      <dgm:prSet presAssocID="{7C4DC811-1DDB-49DA-A531-924F32093DC0}" presName="spaceRect" presStyleCnt="0"/>
      <dgm:spPr/>
    </dgm:pt>
    <dgm:pt modelId="{63D41920-02E8-4D35-9BCF-DAF90CFA3CAF}" type="pres">
      <dgm:prSet presAssocID="{7C4DC811-1DDB-49DA-A531-924F32093DC0}" presName="parTx" presStyleLbl="revTx" presStyleIdx="2" presStyleCnt="5">
        <dgm:presLayoutVars>
          <dgm:chMax val="0"/>
          <dgm:chPref val="0"/>
        </dgm:presLayoutVars>
      </dgm:prSet>
      <dgm:spPr/>
    </dgm:pt>
    <dgm:pt modelId="{EFB05278-D7D2-40C5-9101-F9FAE058033B}" type="pres">
      <dgm:prSet presAssocID="{132EAA6B-8692-4E8A-80C7-44843D684483}" presName="sibTrans" presStyleCnt="0"/>
      <dgm:spPr/>
    </dgm:pt>
    <dgm:pt modelId="{EDB94BAD-C874-40D5-BA95-F318E05B3F89}" type="pres">
      <dgm:prSet presAssocID="{2F69F7D3-95CA-4BEB-A9ED-ADA540AEB4FD}" presName="compNode" presStyleCnt="0"/>
      <dgm:spPr/>
    </dgm:pt>
    <dgm:pt modelId="{53469A80-4672-4817-932B-D84C91521364}" type="pres">
      <dgm:prSet presAssocID="{2F69F7D3-95CA-4BEB-A9ED-ADA540AEB4FD}" presName="bgRect" presStyleLbl="bgShp" presStyleIdx="3" presStyleCnt="5"/>
      <dgm:spPr/>
    </dgm:pt>
    <dgm:pt modelId="{A03CE6DC-6985-440C-A9E1-AEE4C47AC9FF}" type="pres">
      <dgm:prSet presAssocID="{2F69F7D3-95CA-4BEB-A9ED-ADA540AEB4F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493FBC64-F965-43F2-988A-0ECFF2444A8E}" type="pres">
      <dgm:prSet presAssocID="{2F69F7D3-95CA-4BEB-A9ED-ADA540AEB4FD}" presName="spaceRect" presStyleCnt="0"/>
      <dgm:spPr/>
    </dgm:pt>
    <dgm:pt modelId="{D4D587BB-BEDD-48E7-B84F-3B924AA33F71}" type="pres">
      <dgm:prSet presAssocID="{2F69F7D3-95CA-4BEB-A9ED-ADA540AEB4FD}" presName="parTx" presStyleLbl="revTx" presStyleIdx="3" presStyleCnt="5">
        <dgm:presLayoutVars>
          <dgm:chMax val="0"/>
          <dgm:chPref val="0"/>
        </dgm:presLayoutVars>
      </dgm:prSet>
      <dgm:spPr/>
    </dgm:pt>
    <dgm:pt modelId="{D6BA8959-DE39-4D3E-9E95-84BE73A1DBEB}" type="pres">
      <dgm:prSet presAssocID="{88C4193B-D4F4-44C0-9345-DF510BF72BA3}" presName="sibTrans" presStyleCnt="0"/>
      <dgm:spPr/>
    </dgm:pt>
    <dgm:pt modelId="{83AD3B63-33C2-4798-A3D1-C8657B46456B}" type="pres">
      <dgm:prSet presAssocID="{9FE23A30-9471-4BC0-BDDF-B33D885968E3}" presName="compNode" presStyleCnt="0"/>
      <dgm:spPr/>
    </dgm:pt>
    <dgm:pt modelId="{97CE24CE-6623-47CF-8D57-89FFEE7C62D0}" type="pres">
      <dgm:prSet presAssocID="{9FE23A30-9471-4BC0-BDDF-B33D885968E3}" presName="bgRect" presStyleLbl="bgShp" presStyleIdx="4" presStyleCnt="5"/>
      <dgm:spPr/>
    </dgm:pt>
    <dgm:pt modelId="{46336352-046E-429D-9A1A-319872AB9534}" type="pres">
      <dgm:prSet presAssocID="{9FE23A30-9471-4BC0-BDDF-B33D885968E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E81EF2B-D009-4E66-B2A0-50DC53E6D1B5}" type="pres">
      <dgm:prSet presAssocID="{9FE23A30-9471-4BC0-BDDF-B33D885968E3}" presName="spaceRect" presStyleCnt="0"/>
      <dgm:spPr/>
    </dgm:pt>
    <dgm:pt modelId="{0197C26F-9AD6-4DF1-8367-4530BF036DAD}" type="pres">
      <dgm:prSet presAssocID="{9FE23A30-9471-4BC0-BDDF-B33D885968E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DB1155B-F073-417F-8C59-6EF62110F12B}" type="presOf" srcId="{7C4DC811-1DDB-49DA-A531-924F32093DC0}" destId="{63D41920-02E8-4D35-9BCF-DAF90CFA3CAF}" srcOrd="0" destOrd="0" presId="urn:microsoft.com/office/officeart/2018/2/layout/IconVerticalSolidList"/>
    <dgm:cxn modelId="{95881D5B-47BB-484A-B5A7-E069F4C2FA52}" type="presOf" srcId="{9FE23A30-9471-4BC0-BDDF-B33D885968E3}" destId="{0197C26F-9AD6-4DF1-8367-4530BF036DAD}" srcOrd="0" destOrd="0" presId="urn:microsoft.com/office/officeart/2018/2/layout/IconVerticalSolidList"/>
    <dgm:cxn modelId="{93681A5F-E906-4ED2-9045-844C88D1A1DD}" srcId="{62F6BA1B-11BC-4B16-98C7-57B7B0A2A472}" destId="{7C4DC811-1DDB-49DA-A531-924F32093DC0}" srcOrd="2" destOrd="0" parTransId="{EEBA721E-13F4-4A95-BED8-F6862502D646}" sibTransId="{132EAA6B-8692-4E8A-80C7-44843D684483}"/>
    <dgm:cxn modelId="{2685B873-AA28-4310-A9DF-5CD2DB074A75}" srcId="{62F6BA1B-11BC-4B16-98C7-57B7B0A2A472}" destId="{9FE23A30-9471-4BC0-BDDF-B33D885968E3}" srcOrd="4" destOrd="0" parTransId="{4EAFB915-FAB5-4BAC-BC8A-1275C864C93C}" sibTransId="{21FBE5A3-AB41-4853-903B-C2431A97379D}"/>
    <dgm:cxn modelId="{BA4A328B-269B-4CAE-9E83-A07BAA71E678}" type="presOf" srcId="{02033D11-7DB3-420E-9488-C9F30D18E8A1}" destId="{9A98DAE2-9F40-4C91-8CE7-1B97798EC3A4}" srcOrd="0" destOrd="0" presId="urn:microsoft.com/office/officeart/2018/2/layout/IconVerticalSolidList"/>
    <dgm:cxn modelId="{5D3A528F-454D-4CCE-B7F6-E7397403F16F}" srcId="{62F6BA1B-11BC-4B16-98C7-57B7B0A2A472}" destId="{2F69F7D3-95CA-4BEB-A9ED-ADA540AEB4FD}" srcOrd="3" destOrd="0" parTransId="{4DBCD2CB-7F74-4879-AD9D-7BD2104257DA}" sibTransId="{88C4193B-D4F4-44C0-9345-DF510BF72BA3}"/>
    <dgm:cxn modelId="{F5FB88B4-A602-44F0-8287-27B99C48C6C3}" type="presOf" srcId="{2F69F7D3-95CA-4BEB-A9ED-ADA540AEB4FD}" destId="{D4D587BB-BEDD-48E7-B84F-3B924AA33F71}" srcOrd="0" destOrd="0" presId="urn:microsoft.com/office/officeart/2018/2/layout/IconVerticalSolidList"/>
    <dgm:cxn modelId="{9FA893B7-70D4-4110-88C3-C3BC7909FB1F}" type="presOf" srcId="{56F0B2DE-2EAF-46AF-8069-8D82189C6586}" destId="{A673A152-4C22-4468-8C76-80A1F4594928}" srcOrd="0" destOrd="0" presId="urn:microsoft.com/office/officeart/2018/2/layout/IconVerticalSolidList"/>
    <dgm:cxn modelId="{FC9CE1BF-0C50-4432-B3D8-8A1AF78E4B63}" srcId="{62F6BA1B-11BC-4B16-98C7-57B7B0A2A472}" destId="{56F0B2DE-2EAF-46AF-8069-8D82189C6586}" srcOrd="1" destOrd="0" parTransId="{C1CFF928-0718-47CF-9424-84E487C4FCDC}" sibTransId="{95806451-1A69-4F81-91FD-58ECF8DF59D6}"/>
    <dgm:cxn modelId="{B8C20DE5-68C7-4E0B-923D-8F22181653F2}" srcId="{62F6BA1B-11BC-4B16-98C7-57B7B0A2A472}" destId="{02033D11-7DB3-420E-9488-C9F30D18E8A1}" srcOrd="0" destOrd="0" parTransId="{5C56C2FD-3424-4168-83AF-156CBD543ABC}" sibTransId="{A85DCC63-B923-414A-852C-995BA82971E6}"/>
    <dgm:cxn modelId="{350B1EED-3046-4814-B6EF-24E6568E8B84}" type="presOf" srcId="{62F6BA1B-11BC-4B16-98C7-57B7B0A2A472}" destId="{4F6DB04A-7447-4C28-9F6D-3FBCF09F2702}" srcOrd="0" destOrd="0" presId="urn:microsoft.com/office/officeart/2018/2/layout/IconVerticalSolidList"/>
    <dgm:cxn modelId="{CE689948-174F-4B20-AA64-7316F7EAD10C}" type="presParOf" srcId="{4F6DB04A-7447-4C28-9F6D-3FBCF09F2702}" destId="{54C9F21C-9616-4CA1-A887-70364833F47F}" srcOrd="0" destOrd="0" presId="urn:microsoft.com/office/officeart/2018/2/layout/IconVerticalSolidList"/>
    <dgm:cxn modelId="{637EF623-42AC-47CB-B66F-C5932AC6BBBA}" type="presParOf" srcId="{54C9F21C-9616-4CA1-A887-70364833F47F}" destId="{E193AF37-CE69-4FC3-AD1D-669F683AA842}" srcOrd="0" destOrd="0" presId="urn:microsoft.com/office/officeart/2018/2/layout/IconVerticalSolidList"/>
    <dgm:cxn modelId="{95902523-BF74-4FAD-BA33-C491F394310F}" type="presParOf" srcId="{54C9F21C-9616-4CA1-A887-70364833F47F}" destId="{62DF8659-FF93-472B-BF27-3C1504E99057}" srcOrd="1" destOrd="0" presId="urn:microsoft.com/office/officeart/2018/2/layout/IconVerticalSolidList"/>
    <dgm:cxn modelId="{9B07354E-3B12-45E0-8934-076F81144A61}" type="presParOf" srcId="{54C9F21C-9616-4CA1-A887-70364833F47F}" destId="{EA21CE79-630B-4A33-B875-E23D2F9369D4}" srcOrd="2" destOrd="0" presId="urn:microsoft.com/office/officeart/2018/2/layout/IconVerticalSolidList"/>
    <dgm:cxn modelId="{71FB1E55-DB13-424F-8685-E5F31937900A}" type="presParOf" srcId="{54C9F21C-9616-4CA1-A887-70364833F47F}" destId="{9A98DAE2-9F40-4C91-8CE7-1B97798EC3A4}" srcOrd="3" destOrd="0" presId="urn:microsoft.com/office/officeart/2018/2/layout/IconVerticalSolidList"/>
    <dgm:cxn modelId="{DA9A71C5-A9C3-47F5-8D4F-A0F19E9CC4C9}" type="presParOf" srcId="{4F6DB04A-7447-4C28-9F6D-3FBCF09F2702}" destId="{8508C0F5-4078-4869-89D9-FF0AE43988D5}" srcOrd="1" destOrd="0" presId="urn:microsoft.com/office/officeart/2018/2/layout/IconVerticalSolidList"/>
    <dgm:cxn modelId="{AB0D0FD6-EFD1-4CA4-81A4-7CD501898928}" type="presParOf" srcId="{4F6DB04A-7447-4C28-9F6D-3FBCF09F2702}" destId="{F8D578ED-DABA-49E0-93DF-F0583AB54298}" srcOrd="2" destOrd="0" presId="urn:microsoft.com/office/officeart/2018/2/layout/IconVerticalSolidList"/>
    <dgm:cxn modelId="{AFD7A097-DB2E-456B-A846-3AEABA27FD3F}" type="presParOf" srcId="{F8D578ED-DABA-49E0-93DF-F0583AB54298}" destId="{8FEE5447-2F6F-424B-A62B-BD5B3929F9AE}" srcOrd="0" destOrd="0" presId="urn:microsoft.com/office/officeart/2018/2/layout/IconVerticalSolidList"/>
    <dgm:cxn modelId="{9E6E27D8-063C-4902-A7B5-7C550CC7B22F}" type="presParOf" srcId="{F8D578ED-DABA-49E0-93DF-F0583AB54298}" destId="{9F61CC72-C978-471B-9879-AEB1B387E644}" srcOrd="1" destOrd="0" presId="urn:microsoft.com/office/officeart/2018/2/layout/IconVerticalSolidList"/>
    <dgm:cxn modelId="{A0B932CB-9536-44D8-A18D-8071112A4246}" type="presParOf" srcId="{F8D578ED-DABA-49E0-93DF-F0583AB54298}" destId="{690603F7-CCBA-4E3A-B171-4C370362A285}" srcOrd="2" destOrd="0" presId="urn:microsoft.com/office/officeart/2018/2/layout/IconVerticalSolidList"/>
    <dgm:cxn modelId="{8A7D1B58-4334-43FA-A35E-800E51AD19BB}" type="presParOf" srcId="{F8D578ED-DABA-49E0-93DF-F0583AB54298}" destId="{A673A152-4C22-4468-8C76-80A1F4594928}" srcOrd="3" destOrd="0" presId="urn:microsoft.com/office/officeart/2018/2/layout/IconVerticalSolidList"/>
    <dgm:cxn modelId="{00231BBD-6C75-4FA3-9932-C5CD6EB0017F}" type="presParOf" srcId="{4F6DB04A-7447-4C28-9F6D-3FBCF09F2702}" destId="{DF0C6A1F-E662-4B66-B850-D793E342B65F}" srcOrd="3" destOrd="0" presId="urn:microsoft.com/office/officeart/2018/2/layout/IconVerticalSolidList"/>
    <dgm:cxn modelId="{B356981D-0E99-4D57-B492-70ADBE2E87EF}" type="presParOf" srcId="{4F6DB04A-7447-4C28-9F6D-3FBCF09F2702}" destId="{CED6379D-558F-416A-970F-8AB6A613007C}" srcOrd="4" destOrd="0" presId="urn:microsoft.com/office/officeart/2018/2/layout/IconVerticalSolidList"/>
    <dgm:cxn modelId="{34A0C64C-7BCA-4982-A605-E4D68DFBA0D8}" type="presParOf" srcId="{CED6379D-558F-416A-970F-8AB6A613007C}" destId="{EB6C98AA-8D27-4B7A-AE46-A88401997A67}" srcOrd="0" destOrd="0" presId="urn:microsoft.com/office/officeart/2018/2/layout/IconVerticalSolidList"/>
    <dgm:cxn modelId="{DC8FC6FA-F82C-4B25-9084-A49D0B499D91}" type="presParOf" srcId="{CED6379D-558F-416A-970F-8AB6A613007C}" destId="{5A8AB436-613D-45E6-B1A5-DFCA97196258}" srcOrd="1" destOrd="0" presId="urn:microsoft.com/office/officeart/2018/2/layout/IconVerticalSolidList"/>
    <dgm:cxn modelId="{49F40291-6013-49A6-A7AD-24F11C5E010B}" type="presParOf" srcId="{CED6379D-558F-416A-970F-8AB6A613007C}" destId="{21C51201-4880-4E92-878F-97FD52CC4549}" srcOrd="2" destOrd="0" presId="urn:microsoft.com/office/officeart/2018/2/layout/IconVerticalSolidList"/>
    <dgm:cxn modelId="{40E282E1-7494-4A05-8EAF-96194641AF7E}" type="presParOf" srcId="{CED6379D-558F-416A-970F-8AB6A613007C}" destId="{63D41920-02E8-4D35-9BCF-DAF90CFA3CAF}" srcOrd="3" destOrd="0" presId="urn:microsoft.com/office/officeart/2018/2/layout/IconVerticalSolidList"/>
    <dgm:cxn modelId="{E757C0C7-7DBC-4C58-9514-81DF58293F3F}" type="presParOf" srcId="{4F6DB04A-7447-4C28-9F6D-3FBCF09F2702}" destId="{EFB05278-D7D2-40C5-9101-F9FAE058033B}" srcOrd="5" destOrd="0" presId="urn:microsoft.com/office/officeart/2018/2/layout/IconVerticalSolidList"/>
    <dgm:cxn modelId="{29929DE0-13DA-4EE8-96AC-41F05C488A33}" type="presParOf" srcId="{4F6DB04A-7447-4C28-9F6D-3FBCF09F2702}" destId="{EDB94BAD-C874-40D5-BA95-F318E05B3F89}" srcOrd="6" destOrd="0" presId="urn:microsoft.com/office/officeart/2018/2/layout/IconVerticalSolidList"/>
    <dgm:cxn modelId="{CCA0B81D-4F70-4391-828B-27E9D30C7EBA}" type="presParOf" srcId="{EDB94BAD-C874-40D5-BA95-F318E05B3F89}" destId="{53469A80-4672-4817-932B-D84C91521364}" srcOrd="0" destOrd="0" presId="urn:microsoft.com/office/officeart/2018/2/layout/IconVerticalSolidList"/>
    <dgm:cxn modelId="{11395826-1FDB-4DBF-8FAB-C52AF8DF1C3D}" type="presParOf" srcId="{EDB94BAD-C874-40D5-BA95-F318E05B3F89}" destId="{A03CE6DC-6985-440C-A9E1-AEE4C47AC9FF}" srcOrd="1" destOrd="0" presId="urn:microsoft.com/office/officeart/2018/2/layout/IconVerticalSolidList"/>
    <dgm:cxn modelId="{076C566B-81BF-45D3-8ABB-955DDF73991A}" type="presParOf" srcId="{EDB94BAD-C874-40D5-BA95-F318E05B3F89}" destId="{493FBC64-F965-43F2-988A-0ECFF2444A8E}" srcOrd="2" destOrd="0" presId="urn:microsoft.com/office/officeart/2018/2/layout/IconVerticalSolidList"/>
    <dgm:cxn modelId="{D38C1714-E125-40A4-831D-E7CC18AEE16E}" type="presParOf" srcId="{EDB94BAD-C874-40D5-BA95-F318E05B3F89}" destId="{D4D587BB-BEDD-48E7-B84F-3B924AA33F71}" srcOrd="3" destOrd="0" presId="urn:microsoft.com/office/officeart/2018/2/layout/IconVerticalSolidList"/>
    <dgm:cxn modelId="{2086821A-933D-410D-8BC9-0822664E94D2}" type="presParOf" srcId="{4F6DB04A-7447-4C28-9F6D-3FBCF09F2702}" destId="{D6BA8959-DE39-4D3E-9E95-84BE73A1DBEB}" srcOrd="7" destOrd="0" presId="urn:microsoft.com/office/officeart/2018/2/layout/IconVerticalSolidList"/>
    <dgm:cxn modelId="{4F778B3F-3CAB-4EAD-9231-F9A95FFBE4A0}" type="presParOf" srcId="{4F6DB04A-7447-4C28-9F6D-3FBCF09F2702}" destId="{83AD3B63-33C2-4798-A3D1-C8657B46456B}" srcOrd="8" destOrd="0" presId="urn:microsoft.com/office/officeart/2018/2/layout/IconVerticalSolidList"/>
    <dgm:cxn modelId="{2199BA0D-E82B-4BF3-849E-9EEE82C8543F}" type="presParOf" srcId="{83AD3B63-33C2-4798-A3D1-C8657B46456B}" destId="{97CE24CE-6623-47CF-8D57-89FFEE7C62D0}" srcOrd="0" destOrd="0" presId="urn:microsoft.com/office/officeart/2018/2/layout/IconVerticalSolidList"/>
    <dgm:cxn modelId="{4B2A02BB-B5EC-4D03-919F-25FD52B23345}" type="presParOf" srcId="{83AD3B63-33C2-4798-A3D1-C8657B46456B}" destId="{46336352-046E-429D-9A1A-319872AB9534}" srcOrd="1" destOrd="0" presId="urn:microsoft.com/office/officeart/2018/2/layout/IconVerticalSolidList"/>
    <dgm:cxn modelId="{3EE21404-FC40-4099-94F3-CC92000DBE8C}" type="presParOf" srcId="{83AD3B63-33C2-4798-A3D1-C8657B46456B}" destId="{8E81EF2B-D009-4E66-B2A0-50DC53E6D1B5}" srcOrd="2" destOrd="0" presId="urn:microsoft.com/office/officeart/2018/2/layout/IconVerticalSolidList"/>
    <dgm:cxn modelId="{29C94BFC-E563-4209-8747-F786EA92C258}" type="presParOf" srcId="{83AD3B63-33C2-4798-A3D1-C8657B46456B}" destId="{0197C26F-9AD6-4DF1-8367-4530BF036D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5B3DE3-4233-43A7-9839-6E50C07361F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74F518-C3AB-4927-BFC7-D1BA6294E4E9}">
      <dgm:prSet/>
      <dgm:spPr/>
      <dgm:t>
        <a:bodyPr/>
        <a:lstStyle/>
        <a:p>
          <a:r>
            <a:rPr lang="en-US"/>
            <a:t>Identified words linked to the 5 senses</a:t>
          </a:r>
        </a:p>
      </dgm:t>
    </dgm:pt>
    <dgm:pt modelId="{C32C72DC-BDE4-411B-B5DB-87C30015839D}" type="parTrans" cxnId="{FABD4D53-9886-4BAA-BEA1-8F520BBC8F0C}">
      <dgm:prSet/>
      <dgm:spPr/>
      <dgm:t>
        <a:bodyPr/>
        <a:lstStyle/>
        <a:p>
          <a:endParaRPr lang="en-US"/>
        </a:p>
      </dgm:t>
    </dgm:pt>
    <dgm:pt modelId="{70F1CB2F-6207-40E9-B465-E625722A7B51}" type="sibTrans" cxnId="{FABD4D53-9886-4BAA-BEA1-8F520BBC8F0C}">
      <dgm:prSet/>
      <dgm:spPr/>
      <dgm:t>
        <a:bodyPr/>
        <a:lstStyle/>
        <a:p>
          <a:endParaRPr lang="en-US"/>
        </a:p>
      </dgm:t>
    </dgm:pt>
    <dgm:pt modelId="{0DB81B59-FCD4-489F-8B29-CB39399CA346}">
      <dgm:prSet/>
      <dgm:spPr/>
      <dgm:t>
        <a:bodyPr/>
        <a:lstStyle/>
        <a:p>
          <a:r>
            <a:rPr lang="en-US"/>
            <a:t>Visual (dark, shadow, light)</a:t>
          </a:r>
        </a:p>
      </dgm:t>
    </dgm:pt>
    <dgm:pt modelId="{D52DD6DA-4201-4776-A6D3-613D22884E85}" type="parTrans" cxnId="{CC11CFC2-8D1B-4C1D-85BC-C96600CC11CE}">
      <dgm:prSet/>
      <dgm:spPr/>
      <dgm:t>
        <a:bodyPr/>
        <a:lstStyle/>
        <a:p>
          <a:endParaRPr lang="en-US"/>
        </a:p>
      </dgm:t>
    </dgm:pt>
    <dgm:pt modelId="{160315DF-A2F6-4028-AF33-6FEBE38D44E0}" type="sibTrans" cxnId="{CC11CFC2-8D1B-4C1D-85BC-C96600CC11CE}">
      <dgm:prSet/>
      <dgm:spPr/>
      <dgm:t>
        <a:bodyPr/>
        <a:lstStyle/>
        <a:p>
          <a:endParaRPr lang="en-US"/>
        </a:p>
      </dgm:t>
    </dgm:pt>
    <dgm:pt modelId="{21EE0A2A-9DD8-4484-A6F2-3E7ED2F517E8}">
      <dgm:prSet/>
      <dgm:spPr/>
      <dgm:t>
        <a:bodyPr/>
        <a:lstStyle/>
        <a:p>
          <a:r>
            <a:rPr lang="en-US"/>
            <a:t>Auditory (scream, whisper, silence)</a:t>
          </a:r>
        </a:p>
      </dgm:t>
    </dgm:pt>
    <dgm:pt modelId="{2AE1DA1F-AD66-44A1-B7ED-385CFA6141EF}" type="parTrans" cxnId="{AEE356DC-4953-4E7F-8940-B14950545723}">
      <dgm:prSet/>
      <dgm:spPr/>
      <dgm:t>
        <a:bodyPr/>
        <a:lstStyle/>
        <a:p>
          <a:endParaRPr lang="en-US"/>
        </a:p>
      </dgm:t>
    </dgm:pt>
    <dgm:pt modelId="{9E0D2D0D-D43C-47F6-B357-DDEE4E093F49}" type="sibTrans" cxnId="{AEE356DC-4953-4E7F-8940-B14950545723}">
      <dgm:prSet/>
      <dgm:spPr/>
      <dgm:t>
        <a:bodyPr/>
        <a:lstStyle/>
        <a:p>
          <a:endParaRPr lang="en-US"/>
        </a:p>
      </dgm:t>
    </dgm:pt>
    <dgm:pt modelId="{D4B24A2E-A5E5-46FC-A842-DF3E7A67EB71}">
      <dgm:prSet/>
      <dgm:spPr/>
      <dgm:t>
        <a:bodyPr/>
        <a:lstStyle/>
        <a:p>
          <a:r>
            <a:rPr lang="en-US"/>
            <a:t>Tactile (cold, touch, frozen)</a:t>
          </a:r>
        </a:p>
      </dgm:t>
    </dgm:pt>
    <dgm:pt modelId="{220C4E1B-5AA3-4CE9-BC1A-AD2FE0C115E7}" type="parTrans" cxnId="{CCA7B19E-2C34-4B68-A575-FC32C0F4F63B}">
      <dgm:prSet/>
      <dgm:spPr/>
      <dgm:t>
        <a:bodyPr/>
        <a:lstStyle/>
        <a:p>
          <a:endParaRPr lang="en-US"/>
        </a:p>
      </dgm:t>
    </dgm:pt>
    <dgm:pt modelId="{D8D22977-6C3E-421E-8D98-DAFE518A94F4}" type="sibTrans" cxnId="{CCA7B19E-2C34-4B68-A575-FC32C0F4F63B}">
      <dgm:prSet/>
      <dgm:spPr/>
      <dgm:t>
        <a:bodyPr/>
        <a:lstStyle/>
        <a:p>
          <a:endParaRPr lang="en-US"/>
        </a:p>
      </dgm:t>
    </dgm:pt>
    <dgm:pt modelId="{05F91010-A74B-427F-A5BF-AA112AB842EF}">
      <dgm:prSet/>
      <dgm:spPr/>
      <dgm:t>
        <a:bodyPr/>
        <a:lstStyle/>
        <a:p>
          <a:r>
            <a:rPr lang="en-US"/>
            <a:t>Olfactory (smell, rot, scent)</a:t>
          </a:r>
        </a:p>
      </dgm:t>
    </dgm:pt>
    <dgm:pt modelId="{007EAACA-799D-422D-B1C7-0D4E3B2B93D2}" type="parTrans" cxnId="{22807506-1286-4FF2-9F38-5DFA5AF2328A}">
      <dgm:prSet/>
      <dgm:spPr/>
      <dgm:t>
        <a:bodyPr/>
        <a:lstStyle/>
        <a:p>
          <a:endParaRPr lang="en-US"/>
        </a:p>
      </dgm:t>
    </dgm:pt>
    <dgm:pt modelId="{08D5E4C8-2A9C-40AF-928C-2CF04A362E96}" type="sibTrans" cxnId="{22807506-1286-4FF2-9F38-5DFA5AF2328A}">
      <dgm:prSet/>
      <dgm:spPr/>
      <dgm:t>
        <a:bodyPr/>
        <a:lstStyle/>
        <a:p>
          <a:endParaRPr lang="en-US"/>
        </a:p>
      </dgm:t>
    </dgm:pt>
    <dgm:pt modelId="{F9511306-E9E4-4371-83E3-F7D1B8890CD8}">
      <dgm:prSet/>
      <dgm:spPr/>
      <dgm:t>
        <a:bodyPr/>
        <a:lstStyle/>
        <a:p>
          <a:r>
            <a:rPr lang="en-US"/>
            <a:t>Gustatory (taste, blood, bitter)</a:t>
          </a:r>
        </a:p>
      </dgm:t>
    </dgm:pt>
    <dgm:pt modelId="{278EDD8A-6715-4898-8387-FE51B8C3F452}" type="parTrans" cxnId="{79809686-0986-4156-950F-935F52EC159B}">
      <dgm:prSet/>
      <dgm:spPr/>
      <dgm:t>
        <a:bodyPr/>
        <a:lstStyle/>
        <a:p>
          <a:endParaRPr lang="en-US"/>
        </a:p>
      </dgm:t>
    </dgm:pt>
    <dgm:pt modelId="{0674EB9C-C49C-43DF-A434-6CFB99031F2B}" type="sibTrans" cxnId="{79809686-0986-4156-950F-935F52EC159B}">
      <dgm:prSet/>
      <dgm:spPr/>
      <dgm:t>
        <a:bodyPr/>
        <a:lstStyle/>
        <a:p>
          <a:endParaRPr lang="en-US"/>
        </a:p>
      </dgm:t>
    </dgm:pt>
    <dgm:pt modelId="{FDCDFE41-8B97-4EA7-8039-F227CB3BA5EC}">
      <dgm:prSet/>
      <dgm:spPr/>
      <dgm:t>
        <a:bodyPr/>
        <a:lstStyle/>
        <a:p>
          <a:r>
            <a:rPr lang="en-US"/>
            <a:t>Counted how often each sensory category appears</a:t>
          </a:r>
        </a:p>
      </dgm:t>
    </dgm:pt>
    <dgm:pt modelId="{BE3D45B6-510A-4934-B15C-7F83F035257C}" type="parTrans" cxnId="{97F239A2-7126-4308-883A-A2D2A3160348}">
      <dgm:prSet/>
      <dgm:spPr/>
      <dgm:t>
        <a:bodyPr/>
        <a:lstStyle/>
        <a:p>
          <a:endParaRPr lang="en-US"/>
        </a:p>
      </dgm:t>
    </dgm:pt>
    <dgm:pt modelId="{0C68B4C4-41B2-43F7-8FB8-02DC84DF7853}" type="sibTrans" cxnId="{97F239A2-7126-4308-883A-A2D2A3160348}">
      <dgm:prSet/>
      <dgm:spPr/>
      <dgm:t>
        <a:bodyPr/>
        <a:lstStyle/>
        <a:p>
          <a:endParaRPr lang="en-US"/>
        </a:p>
      </dgm:t>
    </dgm:pt>
    <dgm:pt modelId="{9171C701-4D8F-4460-BE85-E722DB6FDF9A}">
      <dgm:prSet/>
      <dgm:spPr/>
      <dgm:t>
        <a:bodyPr/>
        <a:lstStyle/>
        <a:p>
          <a:r>
            <a:rPr lang="en-US"/>
            <a:t>Compared sensory profiles between Pet Sematary and The Shining</a:t>
          </a:r>
        </a:p>
      </dgm:t>
    </dgm:pt>
    <dgm:pt modelId="{4754A42A-F285-48A0-AFE8-3A7C1A8B4F28}" type="parTrans" cxnId="{BF6EC18A-B881-4B72-9C87-3982E6AFEACF}">
      <dgm:prSet/>
      <dgm:spPr/>
      <dgm:t>
        <a:bodyPr/>
        <a:lstStyle/>
        <a:p>
          <a:endParaRPr lang="en-US"/>
        </a:p>
      </dgm:t>
    </dgm:pt>
    <dgm:pt modelId="{DEADFE5A-F3BB-4B79-988F-4990FAC33AB1}" type="sibTrans" cxnId="{BF6EC18A-B881-4B72-9C87-3982E6AFEACF}">
      <dgm:prSet/>
      <dgm:spPr/>
      <dgm:t>
        <a:bodyPr/>
        <a:lstStyle/>
        <a:p>
          <a:endParaRPr lang="en-US"/>
        </a:p>
      </dgm:t>
    </dgm:pt>
    <dgm:pt modelId="{9F65FA48-351E-4917-9892-6540D1B99FBC}">
      <dgm:prSet/>
      <dgm:spPr/>
      <dgm:t>
        <a:bodyPr/>
        <a:lstStyle/>
        <a:p>
          <a:r>
            <a:rPr lang="en-US"/>
            <a:t>Revealed how King creates “immersive fear” through physical sensations</a:t>
          </a:r>
        </a:p>
      </dgm:t>
    </dgm:pt>
    <dgm:pt modelId="{EA5CA6F5-9ACE-4597-8CDA-09C55E574D08}" type="parTrans" cxnId="{53A49683-0FD8-4C5B-8FD0-1C3A57D6FAA4}">
      <dgm:prSet/>
      <dgm:spPr/>
      <dgm:t>
        <a:bodyPr/>
        <a:lstStyle/>
        <a:p>
          <a:endParaRPr lang="en-US"/>
        </a:p>
      </dgm:t>
    </dgm:pt>
    <dgm:pt modelId="{B9421B53-387F-4754-9B51-477D61DB3CAD}" type="sibTrans" cxnId="{53A49683-0FD8-4C5B-8FD0-1C3A57D6FAA4}">
      <dgm:prSet/>
      <dgm:spPr/>
      <dgm:t>
        <a:bodyPr/>
        <a:lstStyle/>
        <a:p>
          <a:endParaRPr lang="en-US"/>
        </a:p>
      </dgm:t>
    </dgm:pt>
    <dgm:pt modelId="{F536B750-84AF-4D3B-8A4C-2701F1DA928E}" type="pres">
      <dgm:prSet presAssocID="{4D5B3DE3-4233-43A7-9839-6E50C07361F8}" presName="diagram" presStyleCnt="0">
        <dgm:presLayoutVars>
          <dgm:dir/>
          <dgm:resizeHandles val="exact"/>
        </dgm:presLayoutVars>
      </dgm:prSet>
      <dgm:spPr/>
    </dgm:pt>
    <dgm:pt modelId="{FFA05686-7B91-444B-ABB5-328EDFFA5662}" type="pres">
      <dgm:prSet presAssocID="{4774F518-C3AB-4927-BFC7-D1BA6294E4E9}" presName="node" presStyleLbl="node1" presStyleIdx="0" presStyleCnt="9">
        <dgm:presLayoutVars>
          <dgm:bulletEnabled val="1"/>
        </dgm:presLayoutVars>
      </dgm:prSet>
      <dgm:spPr/>
    </dgm:pt>
    <dgm:pt modelId="{13888EE1-C6D5-4C54-9B37-7F1A6BA8DB00}" type="pres">
      <dgm:prSet presAssocID="{70F1CB2F-6207-40E9-B465-E625722A7B51}" presName="sibTrans" presStyleCnt="0"/>
      <dgm:spPr/>
    </dgm:pt>
    <dgm:pt modelId="{8A39DB49-0650-4C5B-9764-AAD9952EB90F}" type="pres">
      <dgm:prSet presAssocID="{0DB81B59-FCD4-489F-8B29-CB39399CA346}" presName="node" presStyleLbl="node1" presStyleIdx="1" presStyleCnt="9">
        <dgm:presLayoutVars>
          <dgm:bulletEnabled val="1"/>
        </dgm:presLayoutVars>
      </dgm:prSet>
      <dgm:spPr/>
    </dgm:pt>
    <dgm:pt modelId="{9074C7B6-EF82-43A2-AA08-EA501F739DEE}" type="pres">
      <dgm:prSet presAssocID="{160315DF-A2F6-4028-AF33-6FEBE38D44E0}" presName="sibTrans" presStyleCnt="0"/>
      <dgm:spPr/>
    </dgm:pt>
    <dgm:pt modelId="{95A176EF-B2A8-4597-B8E3-76352481B8E7}" type="pres">
      <dgm:prSet presAssocID="{21EE0A2A-9DD8-4484-A6F2-3E7ED2F517E8}" presName="node" presStyleLbl="node1" presStyleIdx="2" presStyleCnt="9">
        <dgm:presLayoutVars>
          <dgm:bulletEnabled val="1"/>
        </dgm:presLayoutVars>
      </dgm:prSet>
      <dgm:spPr/>
    </dgm:pt>
    <dgm:pt modelId="{83F14099-A224-4FE0-9961-4D968C9E6921}" type="pres">
      <dgm:prSet presAssocID="{9E0D2D0D-D43C-47F6-B357-DDEE4E093F49}" presName="sibTrans" presStyleCnt="0"/>
      <dgm:spPr/>
    </dgm:pt>
    <dgm:pt modelId="{246C70AB-1C3E-4312-95CE-201816F46D1D}" type="pres">
      <dgm:prSet presAssocID="{D4B24A2E-A5E5-46FC-A842-DF3E7A67EB71}" presName="node" presStyleLbl="node1" presStyleIdx="3" presStyleCnt="9">
        <dgm:presLayoutVars>
          <dgm:bulletEnabled val="1"/>
        </dgm:presLayoutVars>
      </dgm:prSet>
      <dgm:spPr/>
    </dgm:pt>
    <dgm:pt modelId="{D799DED0-062E-4B01-A908-3D2FEDD5399C}" type="pres">
      <dgm:prSet presAssocID="{D8D22977-6C3E-421E-8D98-DAFE518A94F4}" presName="sibTrans" presStyleCnt="0"/>
      <dgm:spPr/>
    </dgm:pt>
    <dgm:pt modelId="{E09E3710-1765-4B39-97DD-E8F5E705C769}" type="pres">
      <dgm:prSet presAssocID="{05F91010-A74B-427F-A5BF-AA112AB842EF}" presName="node" presStyleLbl="node1" presStyleIdx="4" presStyleCnt="9">
        <dgm:presLayoutVars>
          <dgm:bulletEnabled val="1"/>
        </dgm:presLayoutVars>
      </dgm:prSet>
      <dgm:spPr/>
    </dgm:pt>
    <dgm:pt modelId="{6328948C-3AD8-4E94-B2A0-3C7962DA1536}" type="pres">
      <dgm:prSet presAssocID="{08D5E4C8-2A9C-40AF-928C-2CF04A362E96}" presName="sibTrans" presStyleCnt="0"/>
      <dgm:spPr/>
    </dgm:pt>
    <dgm:pt modelId="{4757D731-1E7D-421C-BB61-90AAB3059F0A}" type="pres">
      <dgm:prSet presAssocID="{F9511306-E9E4-4371-83E3-F7D1B8890CD8}" presName="node" presStyleLbl="node1" presStyleIdx="5" presStyleCnt="9">
        <dgm:presLayoutVars>
          <dgm:bulletEnabled val="1"/>
        </dgm:presLayoutVars>
      </dgm:prSet>
      <dgm:spPr/>
    </dgm:pt>
    <dgm:pt modelId="{5555ECBE-1E16-458A-A0E2-2731CE4DFB63}" type="pres">
      <dgm:prSet presAssocID="{0674EB9C-C49C-43DF-A434-6CFB99031F2B}" presName="sibTrans" presStyleCnt="0"/>
      <dgm:spPr/>
    </dgm:pt>
    <dgm:pt modelId="{728C0645-295A-48AD-8848-77C90EA69E3B}" type="pres">
      <dgm:prSet presAssocID="{FDCDFE41-8B97-4EA7-8039-F227CB3BA5EC}" presName="node" presStyleLbl="node1" presStyleIdx="6" presStyleCnt="9">
        <dgm:presLayoutVars>
          <dgm:bulletEnabled val="1"/>
        </dgm:presLayoutVars>
      </dgm:prSet>
      <dgm:spPr/>
    </dgm:pt>
    <dgm:pt modelId="{CB14BD31-779A-4D64-9A65-F5012B93289B}" type="pres">
      <dgm:prSet presAssocID="{0C68B4C4-41B2-43F7-8FB8-02DC84DF7853}" presName="sibTrans" presStyleCnt="0"/>
      <dgm:spPr/>
    </dgm:pt>
    <dgm:pt modelId="{A171B220-229A-43A4-965B-D5C17C849E0E}" type="pres">
      <dgm:prSet presAssocID="{9171C701-4D8F-4460-BE85-E722DB6FDF9A}" presName="node" presStyleLbl="node1" presStyleIdx="7" presStyleCnt="9">
        <dgm:presLayoutVars>
          <dgm:bulletEnabled val="1"/>
        </dgm:presLayoutVars>
      </dgm:prSet>
      <dgm:spPr/>
    </dgm:pt>
    <dgm:pt modelId="{F8CCDEAB-E1A6-4533-AB74-04FB6A2A5A28}" type="pres">
      <dgm:prSet presAssocID="{DEADFE5A-F3BB-4B79-988F-4990FAC33AB1}" presName="sibTrans" presStyleCnt="0"/>
      <dgm:spPr/>
    </dgm:pt>
    <dgm:pt modelId="{507E44A3-16BD-475B-A6CC-F7DF845A7A4C}" type="pres">
      <dgm:prSet presAssocID="{9F65FA48-351E-4917-9892-6540D1B99FBC}" presName="node" presStyleLbl="node1" presStyleIdx="8" presStyleCnt="9">
        <dgm:presLayoutVars>
          <dgm:bulletEnabled val="1"/>
        </dgm:presLayoutVars>
      </dgm:prSet>
      <dgm:spPr/>
    </dgm:pt>
  </dgm:ptLst>
  <dgm:cxnLst>
    <dgm:cxn modelId="{20612B03-2FF6-48D4-8CB5-BA6ED492B0FB}" type="presOf" srcId="{21EE0A2A-9DD8-4484-A6F2-3E7ED2F517E8}" destId="{95A176EF-B2A8-4597-B8E3-76352481B8E7}" srcOrd="0" destOrd="0" presId="urn:microsoft.com/office/officeart/2005/8/layout/default"/>
    <dgm:cxn modelId="{22807506-1286-4FF2-9F38-5DFA5AF2328A}" srcId="{4D5B3DE3-4233-43A7-9839-6E50C07361F8}" destId="{05F91010-A74B-427F-A5BF-AA112AB842EF}" srcOrd="4" destOrd="0" parTransId="{007EAACA-799D-422D-B1C7-0D4E3B2B93D2}" sibTransId="{08D5E4C8-2A9C-40AF-928C-2CF04A362E96}"/>
    <dgm:cxn modelId="{C788631A-6456-40F2-91FB-79F2B70128A3}" type="presOf" srcId="{4D5B3DE3-4233-43A7-9839-6E50C07361F8}" destId="{F536B750-84AF-4D3B-8A4C-2701F1DA928E}" srcOrd="0" destOrd="0" presId="urn:microsoft.com/office/officeart/2005/8/layout/default"/>
    <dgm:cxn modelId="{201FF620-EB93-463E-A093-8661CF763612}" type="presOf" srcId="{FDCDFE41-8B97-4EA7-8039-F227CB3BA5EC}" destId="{728C0645-295A-48AD-8848-77C90EA69E3B}" srcOrd="0" destOrd="0" presId="urn:microsoft.com/office/officeart/2005/8/layout/default"/>
    <dgm:cxn modelId="{CD6CD632-D948-4CFE-8479-9792F845229C}" type="presOf" srcId="{9F65FA48-351E-4917-9892-6540D1B99FBC}" destId="{507E44A3-16BD-475B-A6CC-F7DF845A7A4C}" srcOrd="0" destOrd="0" presId="urn:microsoft.com/office/officeart/2005/8/layout/default"/>
    <dgm:cxn modelId="{FABD4D53-9886-4BAA-BEA1-8F520BBC8F0C}" srcId="{4D5B3DE3-4233-43A7-9839-6E50C07361F8}" destId="{4774F518-C3AB-4927-BFC7-D1BA6294E4E9}" srcOrd="0" destOrd="0" parTransId="{C32C72DC-BDE4-411B-B5DB-87C30015839D}" sibTransId="{70F1CB2F-6207-40E9-B465-E625722A7B51}"/>
    <dgm:cxn modelId="{897A6177-BCB7-4C59-823E-B7F0CACC9B12}" type="presOf" srcId="{0DB81B59-FCD4-489F-8B29-CB39399CA346}" destId="{8A39DB49-0650-4C5B-9764-AAD9952EB90F}" srcOrd="0" destOrd="0" presId="urn:microsoft.com/office/officeart/2005/8/layout/default"/>
    <dgm:cxn modelId="{53A49683-0FD8-4C5B-8FD0-1C3A57D6FAA4}" srcId="{4D5B3DE3-4233-43A7-9839-6E50C07361F8}" destId="{9F65FA48-351E-4917-9892-6540D1B99FBC}" srcOrd="8" destOrd="0" parTransId="{EA5CA6F5-9ACE-4597-8CDA-09C55E574D08}" sibTransId="{B9421B53-387F-4754-9B51-477D61DB3CAD}"/>
    <dgm:cxn modelId="{79809686-0986-4156-950F-935F52EC159B}" srcId="{4D5B3DE3-4233-43A7-9839-6E50C07361F8}" destId="{F9511306-E9E4-4371-83E3-F7D1B8890CD8}" srcOrd="5" destOrd="0" parTransId="{278EDD8A-6715-4898-8387-FE51B8C3F452}" sibTransId="{0674EB9C-C49C-43DF-A434-6CFB99031F2B}"/>
    <dgm:cxn modelId="{BF6EC18A-B881-4B72-9C87-3982E6AFEACF}" srcId="{4D5B3DE3-4233-43A7-9839-6E50C07361F8}" destId="{9171C701-4D8F-4460-BE85-E722DB6FDF9A}" srcOrd="7" destOrd="0" parTransId="{4754A42A-F285-48A0-AFE8-3A7C1A8B4F28}" sibTransId="{DEADFE5A-F3BB-4B79-988F-4990FAC33AB1}"/>
    <dgm:cxn modelId="{F0DA3190-29E8-4AE0-99B0-BCC19831501A}" type="presOf" srcId="{F9511306-E9E4-4371-83E3-F7D1B8890CD8}" destId="{4757D731-1E7D-421C-BB61-90AAB3059F0A}" srcOrd="0" destOrd="0" presId="urn:microsoft.com/office/officeart/2005/8/layout/default"/>
    <dgm:cxn modelId="{CCA7B19E-2C34-4B68-A575-FC32C0F4F63B}" srcId="{4D5B3DE3-4233-43A7-9839-6E50C07361F8}" destId="{D4B24A2E-A5E5-46FC-A842-DF3E7A67EB71}" srcOrd="3" destOrd="0" parTransId="{220C4E1B-5AA3-4CE9-BC1A-AD2FE0C115E7}" sibTransId="{D8D22977-6C3E-421E-8D98-DAFE518A94F4}"/>
    <dgm:cxn modelId="{97F239A2-7126-4308-883A-A2D2A3160348}" srcId="{4D5B3DE3-4233-43A7-9839-6E50C07361F8}" destId="{FDCDFE41-8B97-4EA7-8039-F227CB3BA5EC}" srcOrd="6" destOrd="0" parTransId="{BE3D45B6-510A-4934-B15C-7F83F035257C}" sibTransId="{0C68B4C4-41B2-43F7-8FB8-02DC84DF7853}"/>
    <dgm:cxn modelId="{CC11CFC2-8D1B-4C1D-85BC-C96600CC11CE}" srcId="{4D5B3DE3-4233-43A7-9839-6E50C07361F8}" destId="{0DB81B59-FCD4-489F-8B29-CB39399CA346}" srcOrd="1" destOrd="0" parTransId="{D52DD6DA-4201-4776-A6D3-613D22884E85}" sibTransId="{160315DF-A2F6-4028-AF33-6FEBE38D44E0}"/>
    <dgm:cxn modelId="{9DB340CD-3012-4B3D-AB0E-4F27AE88D968}" type="presOf" srcId="{05F91010-A74B-427F-A5BF-AA112AB842EF}" destId="{E09E3710-1765-4B39-97DD-E8F5E705C769}" srcOrd="0" destOrd="0" presId="urn:microsoft.com/office/officeart/2005/8/layout/default"/>
    <dgm:cxn modelId="{AEE356DC-4953-4E7F-8940-B14950545723}" srcId="{4D5B3DE3-4233-43A7-9839-6E50C07361F8}" destId="{21EE0A2A-9DD8-4484-A6F2-3E7ED2F517E8}" srcOrd="2" destOrd="0" parTransId="{2AE1DA1F-AD66-44A1-B7ED-385CFA6141EF}" sibTransId="{9E0D2D0D-D43C-47F6-B357-DDEE4E093F49}"/>
    <dgm:cxn modelId="{360ECCDC-8EAA-424B-960E-982F193325F0}" type="presOf" srcId="{9171C701-4D8F-4460-BE85-E722DB6FDF9A}" destId="{A171B220-229A-43A4-965B-D5C17C849E0E}" srcOrd="0" destOrd="0" presId="urn:microsoft.com/office/officeart/2005/8/layout/default"/>
    <dgm:cxn modelId="{30A8F3E3-95EF-4691-8418-EA2A59EA7CAE}" type="presOf" srcId="{D4B24A2E-A5E5-46FC-A842-DF3E7A67EB71}" destId="{246C70AB-1C3E-4312-95CE-201816F46D1D}" srcOrd="0" destOrd="0" presId="urn:microsoft.com/office/officeart/2005/8/layout/default"/>
    <dgm:cxn modelId="{A34BF9F4-1F08-468D-A723-638DD8EDE1A1}" type="presOf" srcId="{4774F518-C3AB-4927-BFC7-D1BA6294E4E9}" destId="{FFA05686-7B91-444B-ABB5-328EDFFA5662}" srcOrd="0" destOrd="0" presId="urn:microsoft.com/office/officeart/2005/8/layout/default"/>
    <dgm:cxn modelId="{9122290D-282F-4811-958E-CC242E501E73}" type="presParOf" srcId="{F536B750-84AF-4D3B-8A4C-2701F1DA928E}" destId="{FFA05686-7B91-444B-ABB5-328EDFFA5662}" srcOrd="0" destOrd="0" presId="urn:microsoft.com/office/officeart/2005/8/layout/default"/>
    <dgm:cxn modelId="{C20DDA5D-3835-4D3C-B6B7-D1EFCECC0FE4}" type="presParOf" srcId="{F536B750-84AF-4D3B-8A4C-2701F1DA928E}" destId="{13888EE1-C6D5-4C54-9B37-7F1A6BA8DB00}" srcOrd="1" destOrd="0" presId="urn:microsoft.com/office/officeart/2005/8/layout/default"/>
    <dgm:cxn modelId="{EA53297B-F8F3-45E1-A638-20A37961297D}" type="presParOf" srcId="{F536B750-84AF-4D3B-8A4C-2701F1DA928E}" destId="{8A39DB49-0650-4C5B-9764-AAD9952EB90F}" srcOrd="2" destOrd="0" presId="urn:microsoft.com/office/officeart/2005/8/layout/default"/>
    <dgm:cxn modelId="{E15D0FE1-523C-4470-B56F-1A64643CA60F}" type="presParOf" srcId="{F536B750-84AF-4D3B-8A4C-2701F1DA928E}" destId="{9074C7B6-EF82-43A2-AA08-EA501F739DEE}" srcOrd="3" destOrd="0" presId="urn:microsoft.com/office/officeart/2005/8/layout/default"/>
    <dgm:cxn modelId="{7DF6BBBE-7F05-4F61-80F0-F57B80238284}" type="presParOf" srcId="{F536B750-84AF-4D3B-8A4C-2701F1DA928E}" destId="{95A176EF-B2A8-4597-B8E3-76352481B8E7}" srcOrd="4" destOrd="0" presId="urn:microsoft.com/office/officeart/2005/8/layout/default"/>
    <dgm:cxn modelId="{06156EB0-3FC4-4567-B388-0A2AB4991C6A}" type="presParOf" srcId="{F536B750-84AF-4D3B-8A4C-2701F1DA928E}" destId="{83F14099-A224-4FE0-9961-4D968C9E6921}" srcOrd="5" destOrd="0" presId="urn:microsoft.com/office/officeart/2005/8/layout/default"/>
    <dgm:cxn modelId="{7F35FCF6-965A-4A12-8BE6-B218295F15B4}" type="presParOf" srcId="{F536B750-84AF-4D3B-8A4C-2701F1DA928E}" destId="{246C70AB-1C3E-4312-95CE-201816F46D1D}" srcOrd="6" destOrd="0" presId="urn:microsoft.com/office/officeart/2005/8/layout/default"/>
    <dgm:cxn modelId="{99AA2692-573A-4D1E-88CE-A24B3FD0DA77}" type="presParOf" srcId="{F536B750-84AF-4D3B-8A4C-2701F1DA928E}" destId="{D799DED0-062E-4B01-A908-3D2FEDD5399C}" srcOrd="7" destOrd="0" presId="urn:microsoft.com/office/officeart/2005/8/layout/default"/>
    <dgm:cxn modelId="{FD9992E7-8E77-49C2-8F00-EC16FB12B09C}" type="presParOf" srcId="{F536B750-84AF-4D3B-8A4C-2701F1DA928E}" destId="{E09E3710-1765-4B39-97DD-E8F5E705C769}" srcOrd="8" destOrd="0" presId="urn:microsoft.com/office/officeart/2005/8/layout/default"/>
    <dgm:cxn modelId="{2F8EA3B5-F023-4DFF-A67E-B3938A07EC8D}" type="presParOf" srcId="{F536B750-84AF-4D3B-8A4C-2701F1DA928E}" destId="{6328948C-3AD8-4E94-B2A0-3C7962DA1536}" srcOrd="9" destOrd="0" presId="urn:microsoft.com/office/officeart/2005/8/layout/default"/>
    <dgm:cxn modelId="{99808AA4-95D3-4FCD-8F18-04718187066F}" type="presParOf" srcId="{F536B750-84AF-4D3B-8A4C-2701F1DA928E}" destId="{4757D731-1E7D-421C-BB61-90AAB3059F0A}" srcOrd="10" destOrd="0" presId="urn:microsoft.com/office/officeart/2005/8/layout/default"/>
    <dgm:cxn modelId="{2FB51229-F53B-409D-9F40-2E853CD5CEDD}" type="presParOf" srcId="{F536B750-84AF-4D3B-8A4C-2701F1DA928E}" destId="{5555ECBE-1E16-458A-A0E2-2731CE4DFB63}" srcOrd="11" destOrd="0" presId="urn:microsoft.com/office/officeart/2005/8/layout/default"/>
    <dgm:cxn modelId="{018EE660-C755-4D67-8DCD-E56F479BA1CC}" type="presParOf" srcId="{F536B750-84AF-4D3B-8A4C-2701F1DA928E}" destId="{728C0645-295A-48AD-8848-77C90EA69E3B}" srcOrd="12" destOrd="0" presId="urn:microsoft.com/office/officeart/2005/8/layout/default"/>
    <dgm:cxn modelId="{979AB83E-BA3C-4A5E-9260-F56B63C0C656}" type="presParOf" srcId="{F536B750-84AF-4D3B-8A4C-2701F1DA928E}" destId="{CB14BD31-779A-4D64-9A65-F5012B93289B}" srcOrd="13" destOrd="0" presId="urn:microsoft.com/office/officeart/2005/8/layout/default"/>
    <dgm:cxn modelId="{DC2704D2-B262-48FD-A5ED-FB53BD80157A}" type="presParOf" srcId="{F536B750-84AF-4D3B-8A4C-2701F1DA928E}" destId="{A171B220-229A-43A4-965B-D5C17C849E0E}" srcOrd="14" destOrd="0" presId="urn:microsoft.com/office/officeart/2005/8/layout/default"/>
    <dgm:cxn modelId="{8F926995-2C36-4FE2-933E-BD7DFDD0AAD0}" type="presParOf" srcId="{F536B750-84AF-4D3B-8A4C-2701F1DA928E}" destId="{F8CCDEAB-E1A6-4533-AB74-04FB6A2A5A28}" srcOrd="15" destOrd="0" presId="urn:microsoft.com/office/officeart/2005/8/layout/default"/>
    <dgm:cxn modelId="{1EDC61E6-D442-4F0C-BF10-412245E7B069}" type="presParOf" srcId="{F536B750-84AF-4D3B-8A4C-2701F1DA928E}" destId="{507E44A3-16BD-475B-A6CC-F7DF845A7A4C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CC9928-A2D0-455C-AAA7-9C9B9898102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CE7993B-CD86-43BD-811D-E3E0CBAEA92C}">
      <dgm:prSet/>
      <dgm:spPr/>
      <dgm:t>
        <a:bodyPr/>
        <a:lstStyle/>
        <a:p>
          <a:r>
            <a:rPr lang="en-US"/>
            <a:t>Repetition of emotionally charged words</a:t>
          </a:r>
        </a:p>
      </dgm:t>
    </dgm:pt>
    <dgm:pt modelId="{35A39481-BB21-479D-B953-C6CC0AAF53D3}" type="parTrans" cxnId="{B8A5CD16-AA2D-47B1-BEB3-7643D631292C}">
      <dgm:prSet/>
      <dgm:spPr/>
      <dgm:t>
        <a:bodyPr/>
        <a:lstStyle/>
        <a:p>
          <a:endParaRPr lang="en-US"/>
        </a:p>
      </dgm:t>
    </dgm:pt>
    <dgm:pt modelId="{79385D89-290B-4279-925F-20F631289E20}" type="sibTrans" cxnId="{B8A5CD16-AA2D-47B1-BEB3-7643D631292C}">
      <dgm:prSet/>
      <dgm:spPr/>
      <dgm:t>
        <a:bodyPr/>
        <a:lstStyle/>
        <a:p>
          <a:endParaRPr lang="en-US"/>
        </a:p>
      </dgm:t>
    </dgm:pt>
    <dgm:pt modelId="{95719AC5-DB8A-4CBF-B6F0-D8E41F4B680A}">
      <dgm:prSet/>
      <dgm:spPr/>
      <dgm:t>
        <a:bodyPr/>
        <a:lstStyle/>
        <a:p>
          <a:r>
            <a:rPr lang="en-US"/>
            <a:t>Uses sensory detail to keep readers on edge</a:t>
          </a:r>
        </a:p>
      </dgm:t>
    </dgm:pt>
    <dgm:pt modelId="{C7783898-750A-4051-AA22-C645A784ADB3}" type="parTrans" cxnId="{DDB5367E-3869-410D-AFF2-F4B2937B3087}">
      <dgm:prSet/>
      <dgm:spPr/>
      <dgm:t>
        <a:bodyPr/>
        <a:lstStyle/>
        <a:p>
          <a:endParaRPr lang="en-US"/>
        </a:p>
      </dgm:t>
    </dgm:pt>
    <dgm:pt modelId="{A7BF8257-CD40-4116-8250-03201F07241B}" type="sibTrans" cxnId="{DDB5367E-3869-410D-AFF2-F4B2937B3087}">
      <dgm:prSet/>
      <dgm:spPr/>
      <dgm:t>
        <a:bodyPr/>
        <a:lstStyle/>
        <a:p>
          <a:endParaRPr lang="en-US"/>
        </a:p>
      </dgm:t>
    </dgm:pt>
    <dgm:pt modelId="{DEC25991-0F09-4D11-A18B-555B7913EA33}">
      <dgm:prSet/>
      <dgm:spPr/>
      <dgm:t>
        <a:bodyPr/>
        <a:lstStyle/>
        <a:p>
          <a:r>
            <a:rPr lang="en-US"/>
            <a:t>Fear vocabulary intensifies at plot peaks</a:t>
          </a:r>
        </a:p>
      </dgm:t>
    </dgm:pt>
    <dgm:pt modelId="{2DF0820A-FA93-46C6-9C8C-FFF87F56FF12}" type="parTrans" cxnId="{00085FCF-268B-49CE-B910-D8F3B82ECA38}">
      <dgm:prSet/>
      <dgm:spPr/>
      <dgm:t>
        <a:bodyPr/>
        <a:lstStyle/>
        <a:p>
          <a:endParaRPr lang="en-US"/>
        </a:p>
      </dgm:t>
    </dgm:pt>
    <dgm:pt modelId="{58C290DC-190F-4A70-9BDE-7FDB01BDB2B2}" type="sibTrans" cxnId="{00085FCF-268B-49CE-B910-D8F3B82ECA38}">
      <dgm:prSet/>
      <dgm:spPr/>
      <dgm:t>
        <a:bodyPr/>
        <a:lstStyle/>
        <a:p>
          <a:endParaRPr lang="en-US"/>
        </a:p>
      </dgm:t>
    </dgm:pt>
    <dgm:pt modelId="{D804B884-0B2D-41B3-864F-E7E0C5DABD8B}">
      <dgm:prSet/>
      <dgm:spPr/>
      <dgm:t>
        <a:bodyPr/>
        <a:lstStyle/>
        <a:p>
          <a:r>
            <a:rPr lang="en-US"/>
            <a:t>Language creates atmosphere as much as events do</a:t>
          </a:r>
        </a:p>
      </dgm:t>
    </dgm:pt>
    <dgm:pt modelId="{BEEE3991-12F7-47CC-87EF-C148E3EEE7FC}" type="parTrans" cxnId="{22D209DC-E2F3-408D-A570-A0A657686BF5}">
      <dgm:prSet/>
      <dgm:spPr/>
      <dgm:t>
        <a:bodyPr/>
        <a:lstStyle/>
        <a:p>
          <a:endParaRPr lang="en-US"/>
        </a:p>
      </dgm:t>
    </dgm:pt>
    <dgm:pt modelId="{7C395A4F-F198-4E54-9782-14427D5460DC}" type="sibTrans" cxnId="{22D209DC-E2F3-408D-A570-A0A657686BF5}">
      <dgm:prSet/>
      <dgm:spPr/>
      <dgm:t>
        <a:bodyPr/>
        <a:lstStyle/>
        <a:p>
          <a:endParaRPr lang="en-US"/>
        </a:p>
      </dgm:t>
    </dgm:pt>
    <dgm:pt modelId="{ACB742DA-832C-41F7-907E-550E835202DF}">
      <dgm:prSet/>
      <dgm:spPr/>
      <dgm:t>
        <a:bodyPr/>
        <a:lstStyle/>
        <a:p>
          <a:r>
            <a:rPr lang="en-US"/>
            <a:t>NLP confirms King’s control of pacing + emotional impact</a:t>
          </a:r>
        </a:p>
      </dgm:t>
    </dgm:pt>
    <dgm:pt modelId="{800DFF24-48C4-4F54-92C2-FD960D963B19}" type="parTrans" cxnId="{D3384E75-731E-4341-BD1A-1735E7259045}">
      <dgm:prSet/>
      <dgm:spPr/>
      <dgm:t>
        <a:bodyPr/>
        <a:lstStyle/>
        <a:p>
          <a:endParaRPr lang="en-US"/>
        </a:p>
      </dgm:t>
    </dgm:pt>
    <dgm:pt modelId="{F1109C6E-EF49-4B7F-888C-D8D5C3A72D4F}" type="sibTrans" cxnId="{D3384E75-731E-4341-BD1A-1735E7259045}">
      <dgm:prSet/>
      <dgm:spPr/>
      <dgm:t>
        <a:bodyPr/>
        <a:lstStyle/>
        <a:p>
          <a:endParaRPr lang="en-US"/>
        </a:p>
      </dgm:t>
    </dgm:pt>
    <dgm:pt modelId="{21B319F3-294E-4F94-9441-25AA6E308947}" type="pres">
      <dgm:prSet presAssocID="{D4CC9928-A2D0-455C-AAA7-9C9B9898102F}" presName="root" presStyleCnt="0">
        <dgm:presLayoutVars>
          <dgm:dir/>
          <dgm:resizeHandles val="exact"/>
        </dgm:presLayoutVars>
      </dgm:prSet>
      <dgm:spPr/>
    </dgm:pt>
    <dgm:pt modelId="{FEC957FB-B920-4EA4-8056-6A8B971218F7}" type="pres">
      <dgm:prSet presAssocID="{2CE7993B-CD86-43BD-811D-E3E0CBAEA92C}" presName="compNode" presStyleCnt="0"/>
      <dgm:spPr/>
    </dgm:pt>
    <dgm:pt modelId="{134232D4-D177-4D55-A8FE-386F213180F1}" type="pres">
      <dgm:prSet presAssocID="{2CE7993B-CD86-43BD-811D-E3E0CBAEA92C}" presName="bgRect" presStyleLbl="bgShp" presStyleIdx="0" presStyleCnt="5"/>
      <dgm:spPr/>
    </dgm:pt>
    <dgm:pt modelId="{1099BCC3-E6B3-42F4-A6A7-49797D40E039}" type="pres">
      <dgm:prSet presAssocID="{2CE7993B-CD86-43BD-811D-E3E0CBAEA92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A3CC012-912A-4F95-8456-DF878F123C58}" type="pres">
      <dgm:prSet presAssocID="{2CE7993B-CD86-43BD-811D-E3E0CBAEA92C}" presName="spaceRect" presStyleCnt="0"/>
      <dgm:spPr/>
    </dgm:pt>
    <dgm:pt modelId="{C099DD12-E04D-4719-B85A-C178CDE17C52}" type="pres">
      <dgm:prSet presAssocID="{2CE7993B-CD86-43BD-811D-E3E0CBAEA92C}" presName="parTx" presStyleLbl="revTx" presStyleIdx="0" presStyleCnt="5">
        <dgm:presLayoutVars>
          <dgm:chMax val="0"/>
          <dgm:chPref val="0"/>
        </dgm:presLayoutVars>
      </dgm:prSet>
      <dgm:spPr/>
    </dgm:pt>
    <dgm:pt modelId="{CC1B5C58-D16E-439C-BB36-3FC48849B742}" type="pres">
      <dgm:prSet presAssocID="{79385D89-290B-4279-925F-20F631289E20}" presName="sibTrans" presStyleCnt="0"/>
      <dgm:spPr/>
    </dgm:pt>
    <dgm:pt modelId="{327EB91E-D0D2-4AC4-AD87-0721F40DDDCA}" type="pres">
      <dgm:prSet presAssocID="{95719AC5-DB8A-4CBF-B6F0-D8E41F4B680A}" presName="compNode" presStyleCnt="0"/>
      <dgm:spPr/>
    </dgm:pt>
    <dgm:pt modelId="{F7EF5CEA-FEB7-4907-A96C-5ACE2C0DF1CF}" type="pres">
      <dgm:prSet presAssocID="{95719AC5-DB8A-4CBF-B6F0-D8E41F4B680A}" presName="bgRect" presStyleLbl="bgShp" presStyleIdx="1" presStyleCnt="5"/>
      <dgm:spPr/>
    </dgm:pt>
    <dgm:pt modelId="{1CA70037-0430-40C5-A13A-942B422796CB}" type="pres">
      <dgm:prSet presAssocID="{95719AC5-DB8A-4CBF-B6F0-D8E41F4B680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7DECC1B3-B9FE-462E-82AA-1768A92B396A}" type="pres">
      <dgm:prSet presAssocID="{95719AC5-DB8A-4CBF-B6F0-D8E41F4B680A}" presName="spaceRect" presStyleCnt="0"/>
      <dgm:spPr/>
    </dgm:pt>
    <dgm:pt modelId="{0948EC7B-77E7-4B79-92F4-3A4C2005E272}" type="pres">
      <dgm:prSet presAssocID="{95719AC5-DB8A-4CBF-B6F0-D8E41F4B680A}" presName="parTx" presStyleLbl="revTx" presStyleIdx="1" presStyleCnt="5">
        <dgm:presLayoutVars>
          <dgm:chMax val="0"/>
          <dgm:chPref val="0"/>
        </dgm:presLayoutVars>
      </dgm:prSet>
      <dgm:spPr/>
    </dgm:pt>
    <dgm:pt modelId="{18DF2896-CD1C-42B4-90CB-27DB3D88169F}" type="pres">
      <dgm:prSet presAssocID="{A7BF8257-CD40-4116-8250-03201F07241B}" presName="sibTrans" presStyleCnt="0"/>
      <dgm:spPr/>
    </dgm:pt>
    <dgm:pt modelId="{3A4BD8EA-5D30-4698-BEE8-BEF5D27E0A03}" type="pres">
      <dgm:prSet presAssocID="{DEC25991-0F09-4D11-A18B-555B7913EA33}" presName="compNode" presStyleCnt="0"/>
      <dgm:spPr/>
    </dgm:pt>
    <dgm:pt modelId="{96FF79EB-9A81-47B7-958E-3447F09AA515}" type="pres">
      <dgm:prSet presAssocID="{DEC25991-0F09-4D11-A18B-555B7913EA33}" presName="bgRect" presStyleLbl="bgShp" presStyleIdx="2" presStyleCnt="5"/>
      <dgm:spPr/>
    </dgm:pt>
    <dgm:pt modelId="{B0E22C5D-D77B-4114-AF62-2E7C1ECA761A}" type="pres">
      <dgm:prSet presAssocID="{DEC25991-0F09-4D11-A18B-555B7913EA3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C29792D-9897-4498-A197-B718F09794C8}" type="pres">
      <dgm:prSet presAssocID="{DEC25991-0F09-4D11-A18B-555B7913EA33}" presName="spaceRect" presStyleCnt="0"/>
      <dgm:spPr/>
    </dgm:pt>
    <dgm:pt modelId="{5302E3D6-132B-48B8-B266-4FE1703EEF8F}" type="pres">
      <dgm:prSet presAssocID="{DEC25991-0F09-4D11-A18B-555B7913EA33}" presName="parTx" presStyleLbl="revTx" presStyleIdx="2" presStyleCnt="5">
        <dgm:presLayoutVars>
          <dgm:chMax val="0"/>
          <dgm:chPref val="0"/>
        </dgm:presLayoutVars>
      </dgm:prSet>
      <dgm:spPr/>
    </dgm:pt>
    <dgm:pt modelId="{3F59F314-BB73-45FC-81C9-62799F42AF78}" type="pres">
      <dgm:prSet presAssocID="{58C290DC-190F-4A70-9BDE-7FDB01BDB2B2}" presName="sibTrans" presStyleCnt="0"/>
      <dgm:spPr/>
    </dgm:pt>
    <dgm:pt modelId="{0484DAFC-6F7A-4F26-A5C3-6E22B3D87B1A}" type="pres">
      <dgm:prSet presAssocID="{D804B884-0B2D-41B3-864F-E7E0C5DABD8B}" presName="compNode" presStyleCnt="0"/>
      <dgm:spPr/>
    </dgm:pt>
    <dgm:pt modelId="{6816130C-9AA6-4AC2-9CA6-53AA8E1A591D}" type="pres">
      <dgm:prSet presAssocID="{D804B884-0B2D-41B3-864F-E7E0C5DABD8B}" presName="bgRect" presStyleLbl="bgShp" presStyleIdx="3" presStyleCnt="5"/>
      <dgm:spPr/>
    </dgm:pt>
    <dgm:pt modelId="{B45B57AB-04B7-46A2-A15E-B554BD47107A}" type="pres">
      <dgm:prSet presAssocID="{D804B884-0B2D-41B3-864F-E7E0C5DABD8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FD9D34F-EEEA-4A89-A0E8-E9BBEA05C718}" type="pres">
      <dgm:prSet presAssocID="{D804B884-0B2D-41B3-864F-E7E0C5DABD8B}" presName="spaceRect" presStyleCnt="0"/>
      <dgm:spPr/>
    </dgm:pt>
    <dgm:pt modelId="{DFC2A715-0B80-4870-AD31-910ACBA3985E}" type="pres">
      <dgm:prSet presAssocID="{D804B884-0B2D-41B3-864F-E7E0C5DABD8B}" presName="parTx" presStyleLbl="revTx" presStyleIdx="3" presStyleCnt="5">
        <dgm:presLayoutVars>
          <dgm:chMax val="0"/>
          <dgm:chPref val="0"/>
        </dgm:presLayoutVars>
      </dgm:prSet>
      <dgm:spPr/>
    </dgm:pt>
    <dgm:pt modelId="{C0A7D02F-8FA1-4BF7-AD86-BFD169D98ADD}" type="pres">
      <dgm:prSet presAssocID="{7C395A4F-F198-4E54-9782-14427D5460DC}" presName="sibTrans" presStyleCnt="0"/>
      <dgm:spPr/>
    </dgm:pt>
    <dgm:pt modelId="{3AE69621-9F37-402D-B173-31B14F5E17B2}" type="pres">
      <dgm:prSet presAssocID="{ACB742DA-832C-41F7-907E-550E835202DF}" presName="compNode" presStyleCnt="0"/>
      <dgm:spPr/>
    </dgm:pt>
    <dgm:pt modelId="{7D2CA5A5-1B44-43E1-9FDD-9328CB6F3951}" type="pres">
      <dgm:prSet presAssocID="{ACB742DA-832C-41F7-907E-550E835202DF}" presName="bgRect" presStyleLbl="bgShp" presStyleIdx="4" presStyleCnt="5"/>
      <dgm:spPr/>
    </dgm:pt>
    <dgm:pt modelId="{106810A0-F438-4E96-BC44-83D8759A7AE6}" type="pres">
      <dgm:prSet presAssocID="{ACB742DA-832C-41F7-907E-550E835202D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64921DBD-E76E-4BFE-BFF0-D2DBCAFF0622}" type="pres">
      <dgm:prSet presAssocID="{ACB742DA-832C-41F7-907E-550E835202DF}" presName="spaceRect" presStyleCnt="0"/>
      <dgm:spPr/>
    </dgm:pt>
    <dgm:pt modelId="{EB89BA8A-9A35-4D63-914F-8F79E694E25A}" type="pres">
      <dgm:prSet presAssocID="{ACB742DA-832C-41F7-907E-550E835202D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D223C05-7743-4C0C-A352-748E85349545}" type="presOf" srcId="{D804B884-0B2D-41B3-864F-E7E0C5DABD8B}" destId="{DFC2A715-0B80-4870-AD31-910ACBA3985E}" srcOrd="0" destOrd="0" presId="urn:microsoft.com/office/officeart/2018/2/layout/IconVerticalSolidList"/>
    <dgm:cxn modelId="{B8A5CD16-AA2D-47B1-BEB3-7643D631292C}" srcId="{D4CC9928-A2D0-455C-AAA7-9C9B9898102F}" destId="{2CE7993B-CD86-43BD-811D-E3E0CBAEA92C}" srcOrd="0" destOrd="0" parTransId="{35A39481-BB21-479D-B953-C6CC0AAF53D3}" sibTransId="{79385D89-290B-4279-925F-20F631289E20}"/>
    <dgm:cxn modelId="{E222D632-CDC0-4123-B363-907172D389D0}" type="presOf" srcId="{D4CC9928-A2D0-455C-AAA7-9C9B9898102F}" destId="{21B319F3-294E-4F94-9441-25AA6E308947}" srcOrd="0" destOrd="0" presId="urn:microsoft.com/office/officeart/2018/2/layout/IconVerticalSolidList"/>
    <dgm:cxn modelId="{671F8D4D-5744-42AA-A422-64784650F8E1}" type="presOf" srcId="{ACB742DA-832C-41F7-907E-550E835202DF}" destId="{EB89BA8A-9A35-4D63-914F-8F79E694E25A}" srcOrd="0" destOrd="0" presId="urn:microsoft.com/office/officeart/2018/2/layout/IconVerticalSolidList"/>
    <dgm:cxn modelId="{B28EE750-5B2A-41B0-BB4D-B682BB6AB3FA}" type="presOf" srcId="{95719AC5-DB8A-4CBF-B6F0-D8E41F4B680A}" destId="{0948EC7B-77E7-4B79-92F4-3A4C2005E272}" srcOrd="0" destOrd="0" presId="urn:microsoft.com/office/officeart/2018/2/layout/IconVerticalSolidList"/>
    <dgm:cxn modelId="{D3384E75-731E-4341-BD1A-1735E7259045}" srcId="{D4CC9928-A2D0-455C-AAA7-9C9B9898102F}" destId="{ACB742DA-832C-41F7-907E-550E835202DF}" srcOrd="4" destOrd="0" parTransId="{800DFF24-48C4-4F54-92C2-FD960D963B19}" sibTransId="{F1109C6E-EF49-4B7F-888C-D8D5C3A72D4F}"/>
    <dgm:cxn modelId="{DDB5367E-3869-410D-AFF2-F4B2937B3087}" srcId="{D4CC9928-A2D0-455C-AAA7-9C9B9898102F}" destId="{95719AC5-DB8A-4CBF-B6F0-D8E41F4B680A}" srcOrd="1" destOrd="0" parTransId="{C7783898-750A-4051-AA22-C645A784ADB3}" sibTransId="{A7BF8257-CD40-4116-8250-03201F07241B}"/>
    <dgm:cxn modelId="{38BC9C9F-221F-4504-8FF7-312A6D681531}" type="presOf" srcId="{DEC25991-0F09-4D11-A18B-555B7913EA33}" destId="{5302E3D6-132B-48B8-B266-4FE1703EEF8F}" srcOrd="0" destOrd="0" presId="urn:microsoft.com/office/officeart/2018/2/layout/IconVerticalSolidList"/>
    <dgm:cxn modelId="{EEF01ABE-E9F3-498B-A3FA-CB4DAF2B6D48}" type="presOf" srcId="{2CE7993B-CD86-43BD-811D-E3E0CBAEA92C}" destId="{C099DD12-E04D-4719-B85A-C178CDE17C52}" srcOrd="0" destOrd="0" presId="urn:microsoft.com/office/officeart/2018/2/layout/IconVerticalSolidList"/>
    <dgm:cxn modelId="{00085FCF-268B-49CE-B910-D8F3B82ECA38}" srcId="{D4CC9928-A2D0-455C-AAA7-9C9B9898102F}" destId="{DEC25991-0F09-4D11-A18B-555B7913EA33}" srcOrd="2" destOrd="0" parTransId="{2DF0820A-FA93-46C6-9C8C-FFF87F56FF12}" sibTransId="{58C290DC-190F-4A70-9BDE-7FDB01BDB2B2}"/>
    <dgm:cxn modelId="{22D209DC-E2F3-408D-A570-A0A657686BF5}" srcId="{D4CC9928-A2D0-455C-AAA7-9C9B9898102F}" destId="{D804B884-0B2D-41B3-864F-E7E0C5DABD8B}" srcOrd="3" destOrd="0" parTransId="{BEEE3991-12F7-47CC-87EF-C148E3EEE7FC}" sibTransId="{7C395A4F-F198-4E54-9782-14427D5460DC}"/>
    <dgm:cxn modelId="{4758FD10-019B-462C-9050-A8B3F11F9382}" type="presParOf" srcId="{21B319F3-294E-4F94-9441-25AA6E308947}" destId="{FEC957FB-B920-4EA4-8056-6A8B971218F7}" srcOrd="0" destOrd="0" presId="urn:microsoft.com/office/officeart/2018/2/layout/IconVerticalSolidList"/>
    <dgm:cxn modelId="{E6F6779C-F6ED-46D0-9CD7-28B4E89063C9}" type="presParOf" srcId="{FEC957FB-B920-4EA4-8056-6A8B971218F7}" destId="{134232D4-D177-4D55-A8FE-386F213180F1}" srcOrd="0" destOrd="0" presId="urn:microsoft.com/office/officeart/2018/2/layout/IconVerticalSolidList"/>
    <dgm:cxn modelId="{FDF88D87-5017-4EB7-85D9-326AFB575EB0}" type="presParOf" srcId="{FEC957FB-B920-4EA4-8056-6A8B971218F7}" destId="{1099BCC3-E6B3-42F4-A6A7-49797D40E039}" srcOrd="1" destOrd="0" presId="urn:microsoft.com/office/officeart/2018/2/layout/IconVerticalSolidList"/>
    <dgm:cxn modelId="{C981892B-7BA3-479A-883F-A44053F20EC8}" type="presParOf" srcId="{FEC957FB-B920-4EA4-8056-6A8B971218F7}" destId="{BA3CC012-912A-4F95-8456-DF878F123C58}" srcOrd="2" destOrd="0" presId="urn:microsoft.com/office/officeart/2018/2/layout/IconVerticalSolidList"/>
    <dgm:cxn modelId="{C6F60C10-0BF0-4BBA-A7D2-1DADFC9A3E00}" type="presParOf" srcId="{FEC957FB-B920-4EA4-8056-6A8B971218F7}" destId="{C099DD12-E04D-4719-B85A-C178CDE17C52}" srcOrd="3" destOrd="0" presId="urn:microsoft.com/office/officeart/2018/2/layout/IconVerticalSolidList"/>
    <dgm:cxn modelId="{3D70AE80-10D2-4EBD-8E70-F971EEB0A306}" type="presParOf" srcId="{21B319F3-294E-4F94-9441-25AA6E308947}" destId="{CC1B5C58-D16E-439C-BB36-3FC48849B742}" srcOrd="1" destOrd="0" presId="urn:microsoft.com/office/officeart/2018/2/layout/IconVerticalSolidList"/>
    <dgm:cxn modelId="{82B6BDA7-D6B2-46D6-BBCF-3FE591B2B931}" type="presParOf" srcId="{21B319F3-294E-4F94-9441-25AA6E308947}" destId="{327EB91E-D0D2-4AC4-AD87-0721F40DDDCA}" srcOrd="2" destOrd="0" presId="urn:microsoft.com/office/officeart/2018/2/layout/IconVerticalSolidList"/>
    <dgm:cxn modelId="{5BD1C208-E9B8-4FAF-BF91-8DEF9D53D89A}" type="presParOf" srcId="{327EB91E-D0D2-4AC4-AD87-0721F40DDDCA}" destId="{F7EF5CEA-FEB7-4907-A96C-5ACE2C0DF1CF}" srcOrd="0" destOrd="0" presId="urn:microsoft.com/office/officeart/2018/2/layout/IconVerticalSolidList"/>
    <dgm:cxn modelId="{BE4CABC4-4267-41CF-9487-6383173B81C0}" type="presParOf" srcId="{327EB91E-D0D2-4AC4-AD87-0721F40DDDCA}" destId="{1CA70037-0430-40C5-A13A-942B422796CB}" srcOrd="1" destOrd="0" presId="urn:microsoft.com/office/officeart/2018/2/layout/IconVerticalSolidList"/>
    <dgm:cxn modelId="{DB13ABF1-9434-461B-8016-433EF1DCE21A}" type="presParOf" srcId="{327EB91E-D0D2-4AC4-AD87-0721F40DDDCA}" destId="{7DECC1B3-B9FE-462E-82AA-1768A92B396A}" srcOrd="2" destOrd="0" presId="urn:microsoft.com/office/officeart/2018/2/layout/IconVerticalSolidList"/>
    <dgm:cxn modelId="{C02E6318-3538-4FC4-8673-39E73A008404}" type="presParOf" srcId="{327EB91E-D0D2-4AC4-AD87-0721F40DDDCA}" destId="{0948EC7B-77E7-4B79-92F4-3A4C2005E272}" srcOrd="3" destOrd="0" presId="urn:microsoft.com/office/officeart/2018/2/layout/IconVerticalSolidList"/>
    <dgm:cxn modelId="{41FFA2BE-C4D8-480F-AF81-16841CC5D79B}" type="presParOf" srcId="{21B319F3-294E-4F94-9441-25AA6E308947}" destId="{18DF2896-CD1C-42B4-90CB-27DB3D88169F}" srcOrd="3" destOrd="0" presId="urn:microsoft.com/office/officeart/2018/2/layout/IconVerticalSolidList"/>
    <dgm:cxn modelId="{8E0346F4-8625-4BA6-A0A5-EB6E815B0A6D}" type="presParOf" srcId="{21B319F3-294E-4F94-9441-25AA6E308947}" destId="{3A4BD8EA-5D30-4698-BEE8-BEF5D27E0A03}" srcOrd="4" destOrd="0" presId="urn:microsoft.com/office/officeart/2018/2/layout/IconVerticalSolidList"/>
    <dgm:cxn modelId="{76DB503C-D8BC-4D9A-A0DA-2892D7E4ABFC}" type="presParOf" srcId="{3A4BD8EA-5D30-4698-BEE8-BEF5D27E0A03}" destId="{96FF79EB-9A81-47B7-958E-3447F09AA515}" srcOrd="0" destOrd="0" presId="urn:microsoft.com/office/officeart/2018/2/layout/IconVerticalSolidList"/>
    <dgm:cxn modelId="{012D0F93-78F4-4F10-9771-83D47F78AB7E}" type="presParOf" srcId="{3A4BD8EA-5D30-4698-BEE8-BEF5D27E0A03}" destId="{B0E22C5D-D77B-4114-AF62-2E7C1ECA761A}" srcOrd="1" destOrd="0" presId="urn:microsoft.com/office/officeart/2018/2/layout/IconVerticalSolidList"/>
    <dgm:cxn modelId="{7F73DCB3-AB68-4261-B583-B0C38F17F889}" type="presParOf" srcId="{3A4BD8EA-5D30-4698-BEE8-BEF5D27E0A03}" destId="{EC29792D-9897-4498-A197-B718F09794C8}" srcOrd="2" destOrd="0" presId="urn:microsoft.com/office/officeart/2018/2/layout/IconVerticalSolidList"/>
    <dgm:cxn modelId="{DA437AAA-8A53-4F34-812E-08C1152BC4AF}" type="presParOf" srcId="{3A4BD8EA-5D30-4698-BEE8-BEF5D27E0A03}" destId="{5302E3D6-132B-48B8-B266-4FE1703EEF8F}" srcOrd="3" destOrd="0" presId="urn:microsoft.com/office/officeart/2018/2/layout/IconVerticalSolidList"/>
    <dgm:cxn modelId="{DF8B1E75-B8B2-446A-9C71-0B54513121CA}" type="presParOf" srcId="{21B319F3-294E-4F94-9441-25AA6E308947}" destId="{3F59F314-BB73-45FC-81C9-62799F42AF78}" srcOrd="5" destOrd="0" presId="urn:microsoft.com/office/officeart/2018/2/layout/IconVerticalSolidList"/>
    <dgm:cxn modelId="{6A677DD3-FF83-4427-8E48-3AE5577D68CD}" type="presParOf" srcId="{21B319F3-294E-4F94-9441-25AA6E308947}" destId="{0484DAFC-6F7A-4F26-A5C3-6E22B3D87B1A}" srcOrd="6" destOrd="0" presId="urn:microsoft.com/office/officeart/2018/2/layout/IconVerticalSolidList"/>
    <dgm:cxn modelId="{5C6AB597-5762-418C-BDBA-450270F14E35}" type="presParOf" srcId="{0484DAFC-6F7A-4F26-A5C3-6E22B3D87B1A}" destId="{6816130C-9AA6-4AC2-9CA6-53AA8E1A591D}" srcOrd="0" destOrd="0" presId="urn:microsoft.com/office/officeart/2018/2/layout/IconVerticalSolidList"/>
    <dgm:cxn modelId="{A1EA4C06-0CB3-4D45-8619-A358F83DB3B1}" type="presParOf" srcId="{0484DAFC-6F7A-4F26-A5C3-6E22B3D87B1A}" destId="{B45B57AB-04B7-46A2-A15E-B554BD47107A}" srcOrd="1" destOrd="0" presId="urn:microsoft.com/office/officeart/2018/2/layout/IconVerticalSolidList"/>
    <dgm:cxn modelId="{E8BF124F-140D-4A77-8794-6AC752EC94E8}" type="presParOf" srcId="{0484DAFC-6F7A-4F26-A5C3-6E22B3D87B1A}" destId="{5FD9D34F-EEEA-4A89-A0E8-E9BBEA05C718}" srcOrd="2" destOrd="0" presId="urn:microsoft.com/office/officeart/2018/2/layout/IconVerticalSolidList"/>
    <dgm:cxn modelId="{B1320B85-0BC4-40BD-A239-0884294333B7}" type="presParOf" srcId="{0484DAFC-6F7A-4F26-A5C3-6E22B3D87B1A}" destId="{DFC2A715-0B80-4870-AD31-910ACBA3985E}" srcOrd="3" destOrd="0" presId="urn:microsoft.com/office/officeart/2018/2/layout/IconVerticalSolidList"/>
    <dgm:cxn modelId="{11868A8E-F4CA-495F-96A4-63557D1CB246}" type="presParOf" srcId="{21B319F3-294E-4F94-9441-25AA6E308947}" destId="{C0A7D02F-8FA1-4BF7-AD86-BFD169D98ADD}" srcOrd="7" destOrd="0" presId="urn:microsoft.com/office/officeart/2018/2/layout/IconVerticalSolidList"/>
    <dgm:cxn modelId="{E5B1C66C-E520-440C-925F-A7D8F75B8F37}" type="presParOf" srcId="{21B319F3-294E-4F94-9441-25AA6E308947}" destId="{3AE69621-9F37-402D-B173-31B14F5E17B2}" srcOrd="8" destOrd="0" presId="urn:microsoft.com/office/officeart/2018/2/layout/IconVerticalSolidList"/>
    <dgm:cxn modelId="{D44E314D-3F53-4C5E-AF52-4A7EF293378D}" type="presParOf" srcId="{3AE69621-9F37-402D-B173-31B14F5E17B2}" destId="{7D2CA5A5-1B44-43E1-9FDD-9328CB6F3951}" srcOrd="0" destOrd="0" presId="urn:microsoft.com/office/officeart/2018/2/layout/IconVerticalSolidList"/>
    <dgm:cxn modelId="{52A82DEA-7666-4A20-A2BA-3B3FCC7422F2}" type="presParOf" srcId="{3AE69621-9F37-402D-B173-31B14F5E17B2}" destId="{106810A0-F438-4E96-BC44-83D8759A7AE6}" srcOrd="1" destOrd="0" presId="urn:microsoft.com/office/officeart/2018/2/layout/IconVerticalSolidList"/>
    <dgm:cxn modelId="{623986D5-6620-4356-91D1-B5369777A6ED}" type="presParOf" srcId="{3AE69621-9F37-402D-B173-31B14F5E17B2}" destId="{64921DBD-E76E-4BFE-BFF0-D2DBCAFF0622}" srcOrd="2" destOrd="0" presId="urn:microsoft.com/office/officeart/2018/2/layout/IconVerticalSolidList"/>
    <dgm:cxn modelId="{43D1AF45-E647-4164-8A72-4BF17C0B2C6E}" type="presParOf" srcId="{3AE69621-9F37-402D-B173-31B14F5E17B2}" destId="{EB89BA8A-9A35-4D63-914F-8F79E694E2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93AF37-CE69-4FC3-AD1D-669F683AA842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F8659-FF93-472B-BF27-3C1504E99057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8DAE2-9F40-4C91-8CE7-1B97798EC3A4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 King constructs fear through word choice</a:t>
          </a:r>
        </a:p>
      </dsp:txBody>
      <dsp:txXfrm>
        <a:off x="1129902" y="4592"/>
        <a:ext cx="5171698" cy="978270"/>
      </dsp:txXfrm>
    </dsp:sp>
    <dsp:sp modelId="{8FEE5447-2F6F-424B-A62B-BD5B3929F9AE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61CC72-C978-471B-9879-AEB1B387E644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3A152-4C22-4468-8C76-80A1F4594928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Compare fear-language between Pet </a:t>
          </a:r>
          <a:r>
            <a:rPr lang="en-US" sz="1900" kern="1200" dirty="0" err="1">
              <a:latin typeface="Aptos Display" panose="020F0302020204030204"/>
            </a:rPr>
            <a:t>Semetary</a:t>
          </a:r>
          <a:r>
            <a:rPr lang="en-US" sz="1900" kern="1200" dirty="0"/>
            <a:t> and The Shining</a:t>
          </a:r>
        </a:p>
      </dsp:txBody>
      <dsp:txXfrm>
        <a:off x="1129902" y="1227431"/>
        <a:ext cx="5171698" cy="978270"/>
      </dsp:txXfrm>
    </dsp:sp>
    <dsp:sp modelId="{EB6C98AA-8D27-4B7A-AE46-A88401997A67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AB436-613D-45E6-B1A5-DFCA97196258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41920-02E8-4D35-9BCF-DAF90CFA3CAF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Identify patterns in fear word frequency</a:t>
          </a:r>
        </a:p>
      </dsp:txBody>
      <dsp:txXfrm>
        <a:off x="1129902" y="2450269"/>
        <a:ext cx="5171698" cy="978270"/>
      </dsp:txXfrm>
    </dsp:sp>
    <dsp:sp modelId="{53469A80-4672-4817-932B-D84C91521364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3CE6DC-6985-440C-A9E1-AEE4C47AC9FF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587BB-BEDD-48E7-B84F-3B924AA33F71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Visualize fear intensity across each narrative</a:t>
          </a:r>
        </a:p>
      </dsp:txBody>
      <dsp:txXfrm>
        <a:off x="1129902" y="3673107"/>
        <a:ext cx="5171698" cy="978270"/>
      </dsp:txXfrm>
    </dsp:sp>
    <dsp:sp modelId="{97CE24CE-6623-47CF-8D57-89FFEE7C62D0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336352-046E-429D-9A1A-319872AB9534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7C26F-9AD6-4DF1-8367-4530BF036DAD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 clustering + TF-IDF to analyze dominant themes</a:t>
          </a:r>
        </a:p>
      </dsp:txBody>
      <dsp:txXfrm>
        <a:off x="1129902" y="4895945"/>
        <a:ext cx="5171698" cy="978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A05686-7B91-444B-ABB5-328EDFFA5662}">
      <dsp:nvSpPr>
        <dsp:cNvPr id="0" name=""/>
        <dsp:cNvSpPr/>
      </dsp:nvSpPr>
      <dsp:spPr>
        <a:xfrm>
          <a:off x="0" y="682752"/>
          <a:ext cx="1644054" cy="986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Identified words linked to the 5 senses</a:t>
          </a:r>
        </a:p>
      </dsp:txBody>
      <dsp:txXfrm>
        <a:off x="0" y="682752"/>
        <a:ext cx="1644054" cy="986432"/>
      </dsp:txXfrm>
    </dsp:sp>
    <dsp:sp modelId="{8A39DB49-0650-4C5B-9764-AAD9952EB90F}">
      <dsp:nvSpPr>
        <dsp:cNvPr id="0" name=""/>
        <dsp:cNvSpPr/>
      </dsp:nvSpPr>
      <dsp:spPr>
        <a:xfrm>
          <a:off x="1808460" y="682752"/>
          <a:ext cx="1644054" cy="986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Visual (dark, shadow, light)</a:t>
          </a:r>
        </a:p>
      </dsp:txBody>
      <dsp:txXfrm>
        <a:off x="1808460" y="682752"/>
        <a:ext cx="1644054" cy="986432"/>
      </dsp:txXfrm>
    </dsp:sp>
    <dsp:sp modelId="{95A176EF-B2A8-4597-B8E3-76352481B8E7}">
      <dsp:nvSpPr>
        <dsp:cNvPr id="0" name=""/>
        <dsp:cNvSpPr/>
      </dsp:nvSpPr>
      <dsp:spPr>
        <a:xfrm>
          <a:off x="3616920" y="682752"/>
          <a:ext cx="1644054" cy="986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Auditory (scream, whisper, silence)</a:t>
          </a:r>
        </a:p>
      </dsp:txBody>
      <dsp:txXfrm>
        <a:off x="3616920" y="682752"/>
        <a:ext cx="1644054" cy="986432"/>
      </dsp:txXfrm>
    </dsp:sp>
    <dsp:sp modelId="{246C70AB-1C3E-4312-95CE-201816F46D1D}">
      <dsp:nvSpPr>
        <dsp:cNvPr id="0" name=""/>
        <dsp:cNvSpPr/>
      </dsp:nvSpPr>
      <dsp:spPr>
        <a:xfrm>
          <a:off x="0" y="1833591"/>
          <a:ext cx="1644054" cy="986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Tactile (cold, touch, frozen)</a:t>
          </a:r>
        </a:p>
      </dsp:txBody>
      <dsp:txXfrm>
        <a:off x="0" y="1833591"/>
        <a:ext cx="1644054" cy="986432"/>
      </dsp:txXfrm>
    </dsp:sp>
    <dsp:sp modelId="{E09E3710-1765-4B39-97DD-E8F5E705C769}">
      <dsp:nvSpPr>
        <dsp:cNvPr id="0" name=""/>
        <dsp:cNvSpPr/>
      </dsp:nvSpPr>
      <dsp:spPr>
        <a:xfrm>
          <a:off x="1808460" y="1833591"/>
          <a:ext cx="1644054" cy="986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Olfactory (smell, rot, scent)</a:t>
          </a:r>
        </a:p>
      </dsp:txBody>
      <dsp:txXfrm>
        <a:off x="1808460" y="1833591"/>
        <a:ext cx="1644054" cy="986432"/>
      </dsp:txXfrm>
    </dsp:sp>
    <dsp:sp modelId="{4757D731-1E7D-421C-BB61-90AAB3059F0A}">
      <dsp:nvSpPr>
        <dsp:cNvPr id="0" name=""/>
        <dsp:cNvSpPr/>
      </dsp:nvSpPr>
      <dsp:spPr>
        <a:xfrm>
          <a:off x="3616920" y="1833591"/>
          <a:ext cx="1644054" cy="986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Gustatory (taste, blood, bitter)</a:t>
          </a:r>
        </a:p>
      </dsp:txBody>
      <dsp:txXfrm>
        <a:off x="3616920" y="1833591"/>
        <a:ext cx="1644054" cy="986432"/>
      </dsp:txXfrm>
    </dsp:sp>
    <dsp:sp modelId="{728C0645-295A-48AD-8848-77C90EA69E3B}">
      <dsp:nvSpPr>
        <dsp:cNvPr id="0" name=""/>
        <dsp:cNvSpPr/>
      </dsp:nvSpPr>
      <dsp:spPr>
        <a:xfrm>
          <a:off x="0" y="2984429"/>
          <a:ext cx="1644054" cy="986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Counted how often each sensory category appears</a:t>
          </a:r>
        </a:p>
      </dsp:txBody>
      <dsp:txXfrm>
        <a:off x="0" y="2984429"/>
        <a:ext cx="1644054" cy="986432"/>
      </dsp:txXfrm>
    </dsp:sp>
    <dsp:sp modelId="{A171B220-229A-43A4-965B-D5C17C849E0E}">
      <dsp:nvSpPr>
        <dsp:cNvPr id="0" name=""/>
        <dsp:cNvSpPr/>
      </dsp:nvSpPr>
      <dsp:spPr>
        <a:xfrm>
          <a:off x="1808460" y="2984429"/>
          <a:ext cx="1644054" cy="986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Compared sensory profiles between Pet Sematary and The Shining</a:t>
          </a:r>
        </a:p>
      </dsp:txBody>
      <dsp:txXfrm>
        <a:off x="1808460" y="2984429"/>
        <a:ext cx="1644054" cy="986432"/>
      </dsp:txXfrm>
    </dsp:sp>
    <dsp:sp modelId="{507E44A3-16BD-475B-A6CC-F7DF845A7A4C}">
      <dsp:nvSpPr>
        <dsp:cNvPr id="0" name=""/>
        <dsp:cNvSpPr/>
      </dsp:nvSpPr>
      <dsp:spPr>
        <a:xfrm>
          <a:off x="3616920" y="2984429"/>
          <a:ext cx="1644054" cy="986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Revealed how King creates “immersive fear” through physical sensations</a:t>
          </a:r>
        </a:p>
      </dsp:txBody>
      <dsp:txXfrm>
        <a:off x="3616920" y="2984429"/>
        <a:ext cx="1644054" cy="9864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4232D4-D177-4D55-A8FE-386F213180F1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99BCC3-E6B3-42F4-A6A7-49797D40E039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9DD12-E04D-4719-B85A-C178CDE17C52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Repetition of emotionally charged words</a:t>
          </a:r>
        </a:p>
      </dsp:txBody>
      <dsp:txXfrm>
        <a:off x="1129902" y="4592"/>
        <a:ext cx="5171698" cy="978270"/>
      </dsp:txXfrm>
    </dsp:sp>
    <dsp:sp modelId="{F7EF5CEA-FEB7-4907-A96C-5ACE2C0DF1CF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A70037-0430-40C5-A13A-942B422796CB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8EC7B-77E7-4B79-92F4-3A4C2005E272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Uses sensory detail to keep readers on edge</a:t>
          </a:r>
        </a:p>
      </dsp:txBody>
      <dsp:txXfrm>
        <a:off x="1129902" y="1227431"/>
        <a:ext cx="5171698" cy="978270"/>
      </dsp:txXfrm>
    </dsp:sp>
    <dsp:sp modelId="{96FF79EB-9A81-47B7-958E-3447F09AA515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E22C5D-D77B-4114-AF62-2E7C1ECA761A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2E3D6-132B-48B8-B266-4FE1703EEF8F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Fear vocabulary intensifies at plot peaks</a:t>
          </a:r>
        </a:p>
      </dsp:txBody>
      <dsp:txXfrm>
        <a:off x="1129902" y="2450269"/>
        <a:ext cx="5171698" cy="978270"/>
      </dsp:txXfrm>
    </dsp:sp>
    <dsp:sp modelId="{6816130C-9AA6-4AC2-9CA6-53AA8E1A591D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B57AB-04B7-46A2-A15E-B554BD47107A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2A715-0B80-4870-AD31-910ACBA3985E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Language creates atmosphere as much as events do</a:t>
          </a:r>
        </a:p>
      </dsp:txBody>
      <dsp:txXfrm>
        <a:off x="1129902" y="3673107"/>
        <a:ext cx="5171698" cy="978270"/>
      </dsp:txXfrm>
    </dsp:sp>
    <dsp:sp modelId="{7D2CA5A5-1B44-43E1-9FDD-9328CB6F3951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810A0-F438-4E96-BC44-83D8759A7AE6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9BA8A-9A35-4D63-914F-8F79E694E25A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NLP confirms King’s control of pacing + emotional impact</a:t>
          </a:r>
        </a:p>
      </dsp:txBody>
      <dsp:txXfrm>
        <a:off x="1129902" y="4895945"/>
        <a:ext cx="5171698" cy="97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2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aryanger725@gmail.com" TargetMode="External"/><Relationship Id="rId2" Type="http://schemas.openxmlformats.org/officeDocument/2006/relationships/hyperlink" Target="mailto:ahmadtomeh06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yassinehab323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  <a:ea typeface="+mj-lt"/>
                <a:cs typeface="+mj-lt"/>
              </a:rPr>
              <a:t>Stephen King &amp; the Language of Fear</a:t>
            </a:r>
            <a:endParaRPr lang="en-US" sz="540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Done by: Ahmad Tomeh, Aryan Dhiman, Yassin ElGazzar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87EEB-9647-3589-D22A-0CCDE428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The Language of Fear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CE1E231-11D2-DEFC-CF1C-46EDF88CF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King turns ordinary words into psychological triggers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Repetition of dark, blood, dead, scream, shadow creates dread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Fear emerges through sensory detail + psychological tension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Our computational analysis reveals the patterns behind this fear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7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825C7-764A-2D1A-DC84-2F5DBC38A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Research Purpose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D35692-0187-E579-73E3-FCA9EF74C1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82712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2792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399DE-9467-3B02-C538-7B48E82C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Method Summary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036D0F1-1BA5-E152-6623-B7E65652A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Cleaned, normalized, and tokenized both novels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Loaded a custom fear lexicon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Counted fear-word occurrences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Split each book into 40 narrative segments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Calculated fear intensity per segment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Used TF-IDF + k-means clustering on text samples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Visualized top words, clusters, and narrative fear patterns</a:t>
            </a:r>
            <a:endParaRPr lang="en-US" dirty="0"/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6067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1AF10-DC8D-C367-9CE2-B3AFD1A19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The Foundations: Cleaning &amp; Counting Words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CBA8F-61E8-0AFE-DF5C-2F8556A1D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Cleaned and tokenized the full novels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Counted total tokens and extracted frequent words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Identified early patterns in fear-related vocabulary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Established the baseline for deeper analysis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65908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Freeform: Shape 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FAF64-1881-9D38-882C-96C36C937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 dirty="0"/>
              <a:t>Key 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AA09F-61B6-75DD-5FA6-EFF65D186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ea typeface="+mn-lt"/>
                <a:cs typeface="+mn-lt"/>
              </a:rPr>
              <a:t>Common fear-adjacent words: dark, fear, blood, dead</a:t>
            </a:r>
            <a:endParaRPr lang="en-US" sz="1700" dirty="0"/>
          </a:p>
          <a:p>
            <a:r>
              <a:rPr lang="en-US" sz="1700" dirty="0">
                <a:ea typeface="+mn-lt"/>
                <a:cs typeface="+mn-lt"/>
              </a:rPr>
              <a:t>Pet </a:t>
            </a:r>
            <a:r>
              <a:rPr lang="en-US" sz="1700" dirty="0" err="1">
                <a:ea typeface="+mn-lt"/>
                <a:cs typeface="+mn-lt"/>
              </a:rPr>
              <a:t>Semetary</a:t>
            </a:r>
            <a:r>
              <a:rPr lang="en-US" sz="1700" dirty="0">
                <a:ea typeface="+mn-lt"/>
                <a:cs typeface="+mn-lt"/>
              </a:rPr>
              <a:t>: stronger focus on death, burial, grief</a:t>
            </a:r>
            <a:endParaRPr lang="en-US" sz="1700" dirty="0"/>
          </a:p>
          <a:p>
            <a:r>
              <a:rPr lang="en-US" sz="1700" dirty="0">
                <a:ea typeface="+mn-lt"/>
                <a:cs typeface="+mn-lt"/>
              </a:rPr>
              <a:t>The Shining: more sensory and psychological language</a:t>
            </a:r>
            <a:endParaRPr lang="en-US" sz="1700"/>
          </a:p>
          <a:p>
            <a:r>
              <a:rPr lang="en-US" sz="1700" dirty="0">
                <a:ea typeface="+mn-lt"/>
                <a:cs typeface="+mn-lt"/>
              </a:rPr>
              <a:t>Early data already hints that the novels use fear differently</a:t>
            </a:r>
            <a:endParaRPr lang="en-US" sz="1700" dirty="0"/>
          </a:p>
          <a:p>
            <a:endParaRPr lang="en-US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454D38-18BC-6A4A-22A7-A7BDA04C4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402" y="1510497"/>
            <a:ext cx="7529399" cy="360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2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26796-1DBF-7F06-63C4-F99E0D0D2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Fear Over Time: The Intensity Curve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3AF31-36C5-61BE-2F65-42C5C36FA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Loaded a custom fear lexicon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Split each book into 40 equal narrative segments</a:t>
            </a: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Counted fear-word frequency per segment</a:t>
            </a: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Normalized results to compare books fairly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4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25161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9A3B5-8B76-5737-FAE6-E00A662A8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Key Findings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C1FEF-3D7F-F14C-6397-ABB6F9BB0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Pet </a:t>
            </a:r>
            <a:r>
              <a:rPr lang="en-US" sz="2000" dirty="0" err="1">
                <a:ea typeface="+mn-lt"/>
                <a:cs typeface="+mn-lt"/>
              </a:rPr>
              <a:t>Semetary</a:t>
            </a:r>
            <a:r>
              <a:rPr lang="en-US" sz="2000" dirty="0">
                <a:ea typeface="+mn-lt"/>
                <a:cs typeface="+mn-lt"/>
              </a:rPr>
              <a:t>: sudden spikes in fear intensity → moments of dread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The Shining: smoother but longer-lasting tension → psychological horror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Both books peak near major story climaxes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King clearly “paces” fear strategically</a:t>
            </a:r>
            <a:endParaRPr lang="en-US" sz="2000" dirty="0"/>
          </a:p>
          <a:p>
            <a:endParaRPr lang="en-US" sz="2000"/>
          </a:p>
        </p:txBody>
      </p:sp>
      <p:pic>
        <p:nvPicPr>
          <p:cNvPr id="4" name="Picture 3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923374C3-E13F-F092-4A3B-820871D3A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39107"/>
            <a:ext cx="6903720" cy="377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25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2616E-DF1F-3463-F85C-5F294169D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Fear’s Vocabulary: What Words Drive the Horror?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57130-2DB3-20FF-6CCA-C25D0558E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Expanded fear lexicon comparisons</a:t>
            </a: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Counted most-used fear terms per novel</a:t>
            </a: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Measured relative frequency differences</a:t>
            </a: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Revealed dominant themes in each book</a:t>
            </a: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endParaRPr lang="en-US" sz="24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581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366137-3DBB-4912-98D5-672702020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28D1CE-5BF4-45B7-8D6D-B31A3198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775791" cy="6857999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4F65E-0CAC-71E1-CB9D-4CA4851F9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26" y="685801"/>
            <a:ext cx="3228738" cy="1591235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bg1">
                    <a:alpha val="60000"/>
                  </a:schemeClr>
                </a:solidFill>
                <a:ea typeface="+mj-lt"/>
                <a:cs typeface="+mj-lt"/>
              </a:rPr>
              <a:t>Key Findings</a:t>
            </a:r>
            <a:endParaRPr lang="en-US" sz="280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F097A-3807-7397-5D36-228BE9008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26" y="2563907"/>
            <a:ext cx="3228738" cy="35444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Pet Semetary: most frequent fear words include dead, dark, ground</a:t>
            </a:r>
          </a:p>
          <a:p>
            <a:pPr algn="ctr"/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The Shining: dark, scream, blood, voice more prominent</a:t>
            </a:r>
            <a:endParaRPr lang="en-US" sz="1900">
              <a:solidFill>
                <a:schemeClr val="bg1"/>
              </a:solidFill>
            </a:endParaRPr>
          </a:p>
          <a:p>
            <a:pPr algn="ctr"/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Pet Semetary fear = rooted in death + grief</a:t>
            </a:r>
            <a:endParaRPr lang="en-US" sz="1900">
              <a:solidFill>
                <a:schemeClr val="bg1"/>
              </a:solidFill>
            </a:endParaRPr>
          </a:p>
          <a:p>
            <a:pPr algn="ctr"/>
            <a:r>
              <a:rPr lang="en-US" sz="1900">
                <a:solidFill>
                  <a:schemeClr val="bg1"/>
                </a:solidFill>
                <a:ea typeface="+mn-lt"/>
                <a:cs typeface="+mn-lt"/>
              </a:rPr>
              <a:t>The Shining fear = rooted in madness + supernatural tension</a:t>
            </a:r>
            <a:endParaRPr lang="en-US" sz="1900">
              <a:solidFill>
                <a:schemeClr val="bg1"/>
              </a:solidFill>
            </a:endParaRPr>
          </a:p>
          <a:p>
            <a:pPr algn="ctr"/>
            <a:endParaRPr lang="en-US" sz="1900" b="1">
              <a:solidFill>
                <a:schemeClr val="bg1"/>
              </a:solidFill>
            </a:endParaRPr>
          </a:p>
          <a:p>
            <a:pPr algn="ctr"/>
            <a:endParaRPr lang="en-US" sz="1900">
              <a:solidFill>
                <a:schemeClr val="bg1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2DE59B-BD40-C25D-44A6-78095A9D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579" y="682987"/>
            <a:ext cx="3788478" cy="5492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B8530E-E5C5-976D-F4AF-8547E306B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383" y="682490"/>
            <a:ext cx="3637830" cy="542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511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1FABB-5777-1DC6-B531-89D8D77D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Preparing the Text: Advanced Cleaning &amp; Consistency Checks</a:t>
            </a:r>
            <a:endParaRPr lang="en-US" sz="400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1AB1F54-5F93-A04E-BD7E-71DD174BF4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22081" y="948137"/>
          <a:ext cx="5260975" cy="4653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7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2994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74F88-FB79-0EFF-ED2F-4B7B4986C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Key Findings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E49D0-F8E8-4751-82A0-1CDEB1438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195986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80000"/>
              </a:lnSpc>
            </a:pPr>
            <a:r>
              <a:rPr lang="en-US" sz="2200" dirty="0">
                <a:ea typeface="+mn-lt"/>
                <a:cs typeface="+mn-lt"/>
              </a:rPr>
              <a:t>Visual words dominate both novels — King relies heavily on imagery</a:t>
            </a:r>
            <a:endParaRPr lang="en-US" sz="2200" dirty="0"/>
          </a:p>
          <a:p>
            <a:pPr>
              <a:lnSpc>
                <a:spcPct val="80000"/>
              </a:lnSpc>
            </a:pPr>
            <a:r>
              <a:rPr lang="en-US" sz="2200" dirty="0">
                <a:ea typeface="+mn-lt"/>
                <a:cs typeface="+mn-lt"/>
              </a:rPr>
              <a:t>The Shining uses more auditory and tactile words, matching its psychological horror tone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sz="2200" dirty="0">
                <a:ea typeface="+mn-lt"/>
                <a:cs typeface="+mn-lt"/>
              </a:rPr>
              <a:t>Pet </a:t>
            </a:r>
            <a:r>
              <a:rPr lang="en-US" sz="2200" dirty="0" err="1">
                <a:ea typeface="+mn-lt"/>
                <a:cs typeface="+mn-lt"/>
              </a:rPr>
              <a:t>Semetary</a:t>
            </a:r>
            <a:r>
              <a:rPr lang="en-US" sz="2200" dirty="0">
                <a:ea typeface="+mn-lt"/>
                <a:cs typeface="+mn-lt"/>
              </a:rPr>
              <a:t> uses more olfactory and gustatory words, reinforcing themes of death, decay, and the physicality of loss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sz="2200" dirty="0">
                <a:ea typeface="+mn-lt"/>
                <a:cs typeface="+mn-lt"/>
              </a:rPr>
              <a:t>Sensory language shapes each book’s emotional atmosphere: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sz="2200" dirty="0">
                <a:ea typeface="+mn-lt"/>
                <a:cs typeface="+mn-lt"/>
              </a:rPr>
              <a:t>The Shining → fear through sounds + environment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sz="2200" dirty="0">
                <a:ea typeface="+mn-lt"/>
                <a:cs typeface="+mn-lt"/>
              </a:rPr>
              <a:t>Pet </a:t>
            </a:r>
            <a:r>
              <a:rPr lang="en-US" sz="2200" dirty="0" err="1">
                <a:ea typeface="+mn-lt"/>
                <a:cs typeface="+mn-lt"/>
              </a:rPr>
              <a:t>Semetary</a:t>
            </a:r>
            <a:r>
              <a:rPr lang="en-US" sz="2200" dirty="0">
                <a:ea typeface="+mn-lt"/>
                <a:cs typeface="+mn-lt"/>
              </a:rPr>
              <a:t> → fear through the body + decay</a:t>
            </a:r>
            <a:endParaRPr lang="en-US" dirty="0"/>
          </a:p>
          <a:p>
            <a:endParaRPr lang="en-US" sz="2200" dirty="0"/>
          </a:p>
        </p:txBody>
      </p:sp>
      <p:pic>
        <p:nvPicPr>
          <p:cNvPr id="4" name="Picture 3" descr="A chart with a triangle and a triangle in the center&#10;&#10;AI-generated content may be incorrect.">
            <a:extLst>
              <a:ext uri="{FF2B5EF4-FFF2-40B4-BE49-F238E27FC236}">
                <a16:creationId xmlns:a16="http://schemas.microsoft.com/office/drawing/2014/main" id="{73FE3C41-59F3-6521-C192-B13C8FEB1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061" y="329183"/>
            <a:ext cx="4340469" cy="4125708"/>
          </a:xfrm>
          <a:prstGeom prst="rect">
            <a:avLst/>
          </a:prstGeo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A5F4688-43AD-4D81-D5A9-93D94E29A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45" y="4677242"/>
            <a:ext cx="11395058" cy="170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59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00CB5-9674-6048-4764-0024E102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Hidden Themes: Clustering King’s Language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F23DA-8A86-2BF5-99EF-AEC61E644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Converted text into 5,000-dimensional TF-IDF vectors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Applied K-Means to detect natural language themes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Identified 5 major fear-related clusters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Generated word clouds for visual representation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5DAA40F-4F28-4316-934E-C55D7C3AA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D467C8-A8E0-468B-B88D-9CEEE37BF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345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64C72-FE03-634F-CE2E-75F213ACF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329184"/>
            <a:ext cx="6241568" cy="1783080"/>
          </a:xfrm>
        </p:spPr>
        <p:txBody>
          <a:bodyPr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  <a:ea typeface="+mj-lt"/>
                <a:cs typeface="+mj-lt"/>
              </a:rPr>
              <a:t>Key Findings</a:t>
            </a:r>
            <a:endParaRPr lang="en-US" sz="5400">
              <a:solidFill>
                <a:srgbClr val="FFFFFF"/>
              </a:solidFill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2677C27-4325-4BE2-B2C9-B721DA9E3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475" y="2362200"/>
            <a:ext cx="4056549" cy="18288"/>
          </a:xfrm>
          <a:custGeom>
            <a:avLst/>
            <a:gdLst>
              <a:gd name="csX0" fmla="*/ 0 w 4056549"/>
              <a:gd name="csY0" fmla="*/ 0 h 18288"/>
              <a:gd name="csX1" fmla="*/ 676092 w 4056549"/>
              <a:gd name="csY1" fmla="*/ 0 h 18288"/>
              <a:gd name="csX2" fmla="*/ 1271052 w 4056549"/>
              <a:gd name="csY2" fmla="*/ 0 h 18288"/>
              <a:gd name="csX3" fmla="*/ 1947144 w 4056549"/>
              <a:gd name="csY3" fmla="*/ 0 h 18288"/>
              <a:gd name="csX4" fmla="*/ 2501539 w 4056549"/>
              <a:gd name="csY4" fmla="*/ 0 h 18288"/>
              <a:gd name="csX5" fmla="*/ 3137065 w 4056549"/>
              <a:gd name="csY5" fmla="*/ 0 h 18288"/>
              <a:gd name="csX6" fmla="*/ 4056549 w 4056549"/>
              <a:gd name="csY6" fmla="*/ 0 h 18288"/>
              <a:gd name="csX7" fmla="*/ 4056549 w 4056549"/>
              <a:gd name="csY7" fmla="*/ 18288 h 18288"/>
              <a:gd name="csX8" fmla="*/ 3380458 w 4056549"/>
              <a:gd name="csY8" fmla="*/ 18288 h 18288"/>
              <a:gd name="csX9" fmla="*/ 2663801 w 4056549"/>
              <a:gd name="csY9" fmla="*/ 18288 h 18288"/>
              <a:gd name="csX10" fmla="*/ 2068840 w 4056549"/>
              <a:gd name="csY10" fmla="*/ 18288 h 18288"/>
              <a:gd name="csX11" fmla="*/ 1311618 w 4056549"/>
              <a:gd name="csY11" fmla="*/ 18288 h 18288"/>
              <a:gd name="csX12" fmla="*/ 716657 w 4056549"/>
              <a:gd name="csY12" fmla="*/ 18288 h 18288"/>
              <a:gd name="csX13" fmla="*/ 0 w 4056549"/>
              <a:gd name="csY13" fmla="*/ 18288 h 18288"/>
              <a:gd name="csX14" fmla="*/ 0 w 4056549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6549" h="18288" fill="none" extrusionOk="0">
                <a:moveTo>
                  <a:pt x="0" y="0"/>
                </a:moveTo>
                <a:cubicBezTo>
                  <a:pt x="324395" y="-12272"/>
                  <a:pt x="437185" y="20747"/>
                  <a:pt x="676092" y="0"/>
                </a:cubicBezTo>
                <a:cubicBezTo>
                  <a:pt x="914999" y="-20747"/>
                  <a:pt x="980886" y="20074"/>
                  <a:pt x="1271052" y="0"/>
                </a:cubicBezTo>
                <a:cubicBezTo>
                  <a:pt x="1561218" y="-20074"/>
                  <a:pt x="1609815" y="19965"/>
                  <a:pt x="1947144" y="0"/>
                </a:cubicBezTo>
                <a:cubicBezTo>
                  <a:pt x="2284473" y="-19965"/>
                  <a:pt x="2317816" y="-23682"/>
                  <a:pt x="2501539" y="0"/>
                </a:cubicBezTo>
                <a:cubicBezTo>
                  <a:pt x="2685262" y="23682"/>
                  <a:pt x="2879461" y="12712"/>
                  <a:pt x="3137065" y="0"/>
                </a:cubicBezTo>
                <a:cubicBezTo>
                  <a:pt x="3394669" y="-12712"/>
                  <a:pt x="3618306" y="-41742"/>
                  <a:pt x="4056549" y="0"/>
                </a:cubicBezTo>
                <a:cubicBezTo>
                  <a:pt x="4056201" y="6465"/>
                  <a:pt x="4056979" y="10922"/>
                  <a:pt x="4056549" y="18288"/>
                </a:cubicBezTo>
                <a:cubicBezTo>
                  <a:pt x="3807729" y="-7540"/>
                  <a:pt x="3536237" y="12619"/>
                  <a:pt x="3380458" y="18288"/>
                </a:cubicBezTo>
                <a:cubicBezTo>
                  <a:pt x="3224679" y="23957"/>
                  <a:pt x="2967497" y="23368"/>
                  <a:pt x="2663801" y="18288"/>
                </a:cubicBezTo>
                <a:cubicBezTo>
                  <a:pt x="2360105" y="13208"/>
                  <a:pt x="2359716" y="-8821"/>
                  <a:pt x="2068840" y="18288"/>
                </a:cubicBezTo>
                <a:cubicBezTo>
                  <a:pt x="1777964" y="45397"/>
                  <a:pt x="1641909" y="31681"/>
                  <a:pt x="1311618" y="18288"/>
                </a:cubicBezTo>
                <a:cubicBezTo>
                  <a:pt x="981327" y="4895"/>
                  <a:pt x="990410" y="11155"/>
                  <a:pt x="716657" y="18288"/>
                </a:cubicBezTo>
                <a:cubicBezTo>
                  <a:pt x="442904" y="25421"/>
                  <a:pt x="330722" y="13665"/>
                  <a:pt x="0" y="18288"/>
                </a:cubicBezTo>
                <a:cubicBezTo>
                  <a:pt x="75" y="12069"/>
                  <a:pt x="515" y="5650"/>
                  <a:pt x="0" y="0"/>
                </a:cubicBezTo>
                <a:close/>
              </a:path>
              <a:path w="4056549" h="18288" stroke="0" extrusionOk="0">
                <a:moveTo>
                  <a:pt x="0" y="0"/>
                </a:moveTo>
                <a:cubicBezTo>
                  <a:pt x="175099" y="13469"/>
                  <a:pt x="459673" y="14529"/>
                  <a:pt x="594961" y="0"/>
                </a:cubicBezTo>
                <a:cubicBezTo>
                  <a:pt x="730249" y="-14529"/>
                  <a:pt x="873178" y="22015"/>
                  <a:pt x="1149356" y="0"/>
                </a:cubicBezTo>
                <a:cubicBezTo>
                  <a:pt x="1425534" y="-22015"/>
                  <a:pt x="1498871" y="-21513"/>
                  <a:pt x="1744316" y="0"/>
                </a:cubicBezTo>
                <a:cubicBezTo>
                  <a:pt x="1989761" y="21513"/>
                  <a:pt x="2112991" y="-46"/>
                  <a:pt x="2420408" y="0"/>
                </a:cubicBezTo>
                <a:cubicBezTo>
                  <a:pt x="2727825" y="46"/>
                  <a:pt x="2880256" y="-10040"/>
                  <a:pt x="3137065" y="0"/>
                </a:cubicBezTo>
                <a:cubicBezTo>
                  <a:pt x="3393874" y="10040"/>
                  <a:pt x="3704325" y="-6685"/>
                  <a:pt x="4056549" y="0"/>
                </a:cubicBezTo>
                <a:cubicBezTo>
                  <a:pt x="4055732" y="6895"/>
                  <a:pt x="4055770" y="11206"/>
                  <a:pt x="4056549" y="18288"/>
                </a:cubicBezTo>
                <a:cubicBezTo>
                  <a:pt x="3812770" y="11959"/>
                  <a:pt x="3533996" y="-5717"/>
                  <a:pt x="3299327" y="18288"/>
                </a:cubicBezTo>
                <a:cubicBezTo>
                  <a:pt x="3064658" y="42293"/>
                  <a:pt x="2940381" y="24492"/>
                  <a:pt x="2744931" y="18288"/>
                </a:cubicBezTo>
                <a:cubicBezTo>
                  <a:pt x="2549481" y="12084"/>
                  <a:pt x="2252169" y="51841"/>
                  <a:pt x="1987709" y="18288"/>
                </a:cubicBezTo>
                <a:cubicBezTo>
                  <a:pt x="1723249" y="-15265"/>
                  <a:pt x="1438946" y="3423"/>
                  <a:pt x="1230487" y="18288"/>
                </a:cubicBezTo>
                <a:cubicBezTo>
                  <a:pt x="1022028" y="33153"/>
                  <a:pt x="795957" y="18596"/>
                  <a:pt x="676092" y="18288"/>
                </a:cubicBezTo>
                <a:cubicBezTo>
                  <a:pt x="556227" y="17980"/>
                  <a:pt x="334853" y="39451"/>
                  <a:pt x="0" y="18288"/>
                </a:cubicBezTo>
                <a:cubicBezTo>
                  <a:pt x="95" y="14343"/>
                  <a:pt x="742" y="686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4F019-EAF8-E373-3169-DDFBDAB62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1" y="2706624"/>
            <a:ext cx="6241568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Clusters revealed distinct types of fear patterns:</a:t>
            </a:r>
            <a:endParaRPr lang="en-US" sz="2200">
              <a:solidFill>
                <a:srgbClr val="FFFFFF"/>
              </a:solidFill>
            </a:endParaRPr>
          </a:p>
          <a:p>
            <a:pPr lvl="1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Violence / blood imagery</a:t>
            </a:r>
            <a:endParaRPr lang="en-US" sz="2200">
              <a:solidFill>
                <a:srgbClr val="FFFFFF"/>
              </a:solidFill>
            </a:endParaRPr>
          </a:p>
          <a:p>
            <a:pPr lvl="1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Darkness &amp; isolation</a:t>
            </a:r>
            <a:endParaRPr lang="en-US" sz="2200">
              <a:solidFill>
                <a:srgbClr val="FFFFFF"/>
              </a:solidFill>
            </a:endParaRPr>
          </a:p>
          <a:p>
            <a:pPr lvl="1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Supernatural cues</a:t>
            </a:r>
            <a:endParaRPr lang="en-US" sz="2200">
              <a:solidFill>
                <a:srgbClr val="FFFFFF"/>
              </a:solidFill>
            </a:endParaRPr>
          </a:p>
          <a:p>
            <a:pPr lvl="1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Mental breakdown vocabulary</a:t>
            </a:r>
            <a:endParaRPr lang="en-US" sz="2200">
              <a:solidFill>
                <a:srgbClr val="FFFFFF"/>
              </a:solidFill>
            </a:endParaRPr>
          </a:p>
          <a:p>
            <a:pPr lvl="1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Setting-driven tension</a:t>
            </a:r>
            <a:endParaRPr lang="en-US" sz="2200">
              <a:solidFill>
                <a:srgbClr val="FFFFFF"/>
              </a:solidFill>
            </a:endParaRPr>
          </a:p>
          <a:p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Shows King blends internal and external fear sources</a:t>
            </a:r>
            <a:endParaRPr lang="en-US" sz="220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220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845D3-43CB-4F03-304A-3DD5AD199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384" y="-2121"/>
            <a:ext cx="3837880" cy="3435801"/>
          </a:xfrm>
          <a:prstGeom prst="rect">
            <a:avLst/>
          </a:prstGeom>
        </p:spPr>
      </p:pic>
      <p:pic>
        <p:nvPicPr>
          <p:cNvPr id="8" name="Picture 7" descr="A graph with blue dots&#10;&#10;AI-generated content may be incorrect.">
            <a:extLst>
              <a:ext uri="{FF2B5EF4-FFF2-40B4-BE49-F238E27FC236}">
                <a16:creationId xmlns:a16="http://schemas.microsoft.com/office/drawing/2014/main" id="{57426ED1-51A4-DD9C-EA70-6D21BFE6A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807" y="3417957"/>
            <a:ext cx="3833991" cy="342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62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0366137-3DBB-4912-98D5-672702020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28D1CE-5BF4-45B7-8D6D-B31A3198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775791" cy="6857999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FF15B-F36D-53ED-76A2-2A9149921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26" y="685801"/>
            <a:ext cx="3228738" cy="1591235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bg1">
                    <a:alpha val="60000"/>
                  </a:schemeClr>
                </a:solidFill>
                <a:ea typeface="+mj-lt"/>
                <a:cs typeface="+mj-lt"/>
              </a:rPr>
              <a:t>Sensory Word Examples</a:t>
            </a:r>
            <a:endParaRPr lang="en-US" sz="280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A63AC-3305-2B85-96E4-AEF0BEA77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526" y="2563907"/>
            <a:ext cx="3228738" cy="35444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Top 10 sensory words from each novel</a:t>
            </a:r>
            <a:endParaRPr lang="en-US" sz="200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Frequency chart of senses (Sight / Sound / Touch / Smell / Taste)</a:t>
            </a:r>
            <a:endParaRPr lang="en-US" sz="2000">
              <a:solidFill>
                <a:schemeClr val="bg1"/>
              </a:solidFill>
            </a:endParaRPr>
          </a:p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Example sentences showing sensory vividness</a:t>
            </a:r>
            <a:endParaRPr lang="en-US" sz="2000">
              <a:solidFill>
                <a:schemeClr val="bg1"/>
              </a:solidFill>
            </a:endParaRPr>
          </a:p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6510D1-7D31-2ADD-4906-1A1A65DB4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796" y="686682"/>
            <a:ext cx="3103783" cy="5418377"/>
          </a:xfrm>
          <a:prstGeom prst="rect">
            <a:avLst/>
          </a:prstGeom>
        </p:spPr>
      </p:pic>
      <p:pic>
        <p:nvPicPr>
          <p:cNvPr id="5" name="Picture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318D759B-3B83-1302-C3C6-63CB4AD82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905" y="689570"/>
            <a:ext cx="3074613" cy="541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52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987CD-A25D-AFC0-9D38-EDD3A9B8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Pet Sematary vs The Shining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D635-2255-7311-1D5F-8BF6F55B6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719056"/>
            <a:ext cx="5260975" cy="2016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Pet </a:t>
            </a:r>
            <a:r>
              <a:rPr lang="en-US" sz="2400" err="1">
                <a:solidFill>
                  <a:schemeClr val="tx1">
                    <a:alpha val="80000"/>
                  </a:schemeClr>
                </a:solidFill>
              </a:rPr>
              <a:t>Sematary</a:t>
            </a:r>
            <a:endParaRPr lang="en-US" sz="2400" dirty="0" err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>
                <a:solidFill>
                  <a:srgbClr val="FFFFFF"/>
                </a:solidFill>
              </a:rPr>
              <a:t>Fear of death, loss, and inevitability</a:t>
            </a:r>
          </a:p>
          <a:p>
            <a:r>
              <a:rPr lang="en-US" sz="2400">
                <a:solidFill>
                  <a:srgbClr val="FFFFFF"/>
                </a:solidFill>
              </a:rPr>
              <a:t>Sudden fear spikes</a:t>
            </a:r>
          </a:p>
          <a:p>
            <a:r>
              <a:rPr lang="en-US" sz="2400" dirty="0">
                <a:solidFill>
                  <a:srgbClr val="FFFFFF"/>
                </a:solidFill>
              </a:rPr>
              <a:t>Heavy emotional weight</a:t>
            </a:r>
            <a:endParaRPr lang="en-US" dirty="0"/>
          </a:p>
          <a:p>
            <a:pPr marL="0" indent="0">
              <a:buNone/>
            </a:pPr>
            <a:endParaRPr lang="en-US" sz="2400" dirty="0">
              <a:solidFill>
                <a:srgbClr val="FFFFFF">
                  <a:alpha val="80000"/>
                </a:srgbClr>
              </a:solidFill>
            </a:endParaRPr>
          </a:p>
          <a:p>
            <a:endParaRPr lang="en-US" sz="24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3F60BD4-00E5-FE66-FB61-191746345990}"/>
              </a:ext>
            </a:extLst>
          </p:cNvPr>
          <p:cNvSpPr txBox="1"/>
          <p:nvPr/>
        </p:nvSpPr>
        <p:spPr>
          <a:xfrm>
            <a:off x="5135217" y="3975652"/>
            <a:ext cx="586408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The Shining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Fear of madness, </a:t>
            </a:r>
            <a:r>
              <a:rPr lang="en-US" sz="2400" err="1">
                <a:solidFill>
                  <a:srgbClr val="FFFFFF"/>
                </a:solidFill>
              </a:rPr>
              <a:t>isolation,possession</a:t>
            </a:r>
            <a:endParaRPr lang="en-US" sz="24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Sustained psychological tension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More supernatural-driven vocabulary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1890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DC142-75BE-68D8-47A3-E5B89713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What This Shows About King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5E2F88-1104-835D-FC7E-D4DB0F50F7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92291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567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0920E-530B-1A02-62C9-2E98196C3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Our Contact Information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4F0FF-D010-49B0-96BB-EB05DB149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Ahmad </a:t>
            </a:r>
            <a:r>
              <a:rPr lang="en-US" err="1"/>
              <a:t>Tomeh</a:t>
            </a:r>
            <a:r>
              <a:rPr lang="en-US"/>
              <a:t>: </a:t>
            </a:r>
            <a:r>
              <a:rPr lang="en-US" dirty="0">
                <a:hlinkClick r:id="rId2"/>
              </a:rPr>
              <a:t>ahmadtomeh06@gmail.com</a:t>
            </a:r>
            <a:endParaRPr lang="en-US" dirty="0"/>
          </a:p>
          <a:p>
            <a:r>
              <a:rPr lang="en-US"/>
              <a:t>Aryan Dhiman: </a:t>
            </a:r>
            <a:r>
              <a:rPr lang="en-US" dirty="0">
                <a:ea typeface="+mn-lt"/>
                <a:cs typeface="+mn-lt"/>
                <a:hlinkClick r:id="rId3"/>
              </a:rPr>
              <a:t>aryanger725@gmail.com</a:t>
            </a:r>
            <a:endParaRPr lang="en-US" dirty="0">
              <a:ea typeface="+mn-lt"/>
              <a:cs typeface="+mn-lt"/>
            </a:endParaRPr>
          </a:p>
          <a:p>
            <a:r>
              <a:rPr lang="en-US" dirty="0"/>
              <a:t>Yassin </a:t>
            </a:r>
            <a:r>
              <a:rPr lang="en-US" dirty="0" err="1"/>
              <a:t>ElGazzar</a:t>
            </a:r>
            <a:r>
              <a:rPr lang="en-US" dirty="0"/>
              <a:t>: </a:t>
            </a:r>
            <a:r>
              <a:rPr lang="en-US" dirty="0">
                <a:ea typeface="+mn-lt"/>
                <a:cs typeface="+mn-lt"/>
                <a:hlinkClick r:id="rId4"/>
              </a:rPr>
              <a:t>yassinehab323@gmail.com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65133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Stephen King &amp; the Language of Fear</vt:lpstr>
      <vt:lpstr>The Language of Fear</vt:lpstr>
      <vt:lpstr>Research Purpose</vt:lpstr>
      <vt:lpstr>Method Summary</vt:lpstr>
      <vt:lpstr>The Foundations: Cleaning &amp; Counting Words</vt:lpstr>
      <vt:lpstr>Key Findings</vt:lpstr>
      <vt:lpstr>Fear Over Time: The Intensity Curve</vt:lpstr>
      <vt:lpstr>Key Findings</vt:lpstr>
      <vt:lpstr>Fear’s Vocabulary: What Words Drive the Horror?</vt:lpstr>
      <vt:lpstr>Key Findings</vt:lpstr>
      <vt:lpstr>Preparing the Text: Advanced Cleaning &amp; Consistency Checks</vt:lpstr>
      <vt:lpstr>Key Findings</vt:lpstr>
      <vt:lpstr>Hidden Themes: Clustering King’s Language</vt:lpstr>
      <vt:lpstr>Key Findings</vt:lpstr>
      <vt:lpstr>Sensory Word Examples</vt:lpstr>
      <vt:lpstr>Pet Sematary vs The Shining</vt:lpstr>
      <vt:lpstr>What This Shows About King</vt:lpstr>
      <vt:lpstr>Our Contact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182</cp:revision>
  <dcterms:created xsi:type="dcterms:W3CDTF">2025-12-12T01:20:58Z</dcterms:created>
  <dcterms:modified xsi:type="dcterms:W3CDTF">2025-12-12T02:16:10Z</dcterms:modified>
</cp:coreProperties>
</file>